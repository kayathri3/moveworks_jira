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72" r:id="rId2"/>
    <p:sldMasterId id="2147483697" r:id="rId3"/>
    <p:sldMasterId id="2147483709" r:id="rId4"/>
  </p:sldMasterIdLst>
  <p:notesMasterIdLst>
    <p:notesMasterId r:id="rId22"/>
  </p:notesMasterIdLst>
  <p:sldIdLst>
    <p:sldId id="256" r:id="rId5"/>
    <p:sldId id="257" r:id="rId6"/>
    <p:sldId id="261" r:id="rId7"/>
    <p:sldId id="258" r:id="rId8"/>
    <p:sldId id="259" r:id="rId9"/>
    <p:sldId id="260" r:id="rId10"/>
    <p:sldId id="264" r:id="rId11"/>
    <p:sldId id="263" r:id="rId12"/>
    <p:sldId id="265" r:id="rId13"/>
    <p:sldId id="266" r:id="rId14"/>
    <p:sldId id="267" r:id="rId15"/>
    <p:sldId id="268" r:id="rId16"/>
    <p:sldId id="271" r:id="rId17"/>
    <p:sldId id="272" r:id="rId18"/>
    <p:sldId id="269" r:id="rId19"/>
    <p:sldId id="363" r:id="rId20"/>
    <p:sldId id="3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vam Singhal" initials="SS" lastIdx="2" clrIdx="0">
    <p:extLst>
      <p:ext uri="{19B8F6BF-5375-455C-9EA6-DF929625EA0E}">
        <p15:presenceInfo xmlns:p15="http://schemas.microsoft.com/office/powerpoint/2012/main" userId="S-1-5-21-3897010368-1479476342-3248832893-46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6B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83511" autoAdjust="0"/>
  </p:normalViewPr>
  <p:slideViewPr>
    <p:cSldViewPr snapToGrid="0">
      <p:cViewPr varScale="1">
        <p:scale>
          <a:sx n="56" d="100"/>
          <a:sy n="56" d="100"/>
        </p:scale>
        <p:origin x="8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0355B5-B556-4FD6-97FC-67F320923A56}" type="doc">
      <dgm:prSet loTypeId="urn:microsoft.com/office/officeart/2005/8/layout/radial6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B1FE74-6509-4F51-BDBF-A1033ABBA201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7D490AB5-9A37-4F74-B49F-481E6A44F711}" type="parTrans" cxnId="{E9D57B3E-6E9C-462F-BC05-B3121FA58D90}">
      <dgm:prSet/>
      <dgm:spPr/>
      <dgm:t>
        <a:bodyPr/>
        <a:lstStyle/>
        <a:p>
          <a:endParaRPr lang="en-US"/>
        </a:p>
      </dgm:t>
    </dgm:pt>
    <dgm:pt modelId="{498A5718-447C-4D74-8AD9-C6133CC268FD}" type="sibTrans" cxnId="{E9D57B3E-6E9C-462F-BC05-B3121FA58D90}">
      <dgm:prSet/>
      <dgm:spPr/>
      <dgm:t>
        <a:bodyPr/>
        <a:lstStyle/>
        <a:p>
          <a:endParaRPr lang="en-US"/>
        </a:p>
      </dgm:t>
    </dgm:pt>
    <dgm:pt modelId="{49DBA4F4-FDF0-444B-A283-CB0AC1EE303B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1AE3C530-CF1B-4C64-BBA9-E5E04A308F31}" type="parTrans" cxnId="{54DF3FE7-6EF7-4505-9641-73CFEBE50139}">
      <dgm:prSet/>
      <dgm:spPr/>
      <dgm:t>
        <a:bodyPr/>
        <a:lstStyle/>
        <a:p>
          <a:endParaRPr lang="en-US"/>
        </a:p>
      </dgm:t>
    </dgm:pt>
    <dgm:pt modelId="{3494CE99-F47E-43DC-8628-9640F09CDA65}" type="sibTrans" cxnId="{54DF3FE7-6EF7-4505-9641-73CFEBE50139}">
      <dgm:prSet/>
      <dgm:spPr/>
      <dgm:t>
        <a:bodyPr/>
        <a:lstStyle/>
        <a:p>
          <a:endParaRPr lang="en-US"/>
        </a:p>
      </dgm:t>
    </dgm:pt>
    <dgm:pt modelId="{2D3DB121-33A0-433C-AB22-1E22859B9FB2}">
      <dgm:prSet phldrT="[Text]" custT="1"/>
      <dgm:spPr>
        <a:solidFill>
          <a:srgbClr val="EEA73C"/>
        </a:solidFill>
        <a:ln>
          <a:noFill/>
        </a:ln>
      </dgm:spPr>
      <dgm:t>
        <a:bodyPr/>
        <a:lstStyle/>
        <a:p>
          <a:endParaRPr lang="en-US" sz="1400" dirty="0"/>
        </a:p>
      </dgm:t>
    </dgm:pt>
    <dgm:pt modelId="{98B7B2DC-FBF9-49AC-A4E7-8F6FE9B24332}" type="parTrans" cxnId="{3642563D-9C1C-47B7-AF13-78EAEE21ADAC}">
      <dgm:prSet/>
      <dgm:spPr/>
      <dgm:t>
        <a:bodyPr/>
        <a:lstStyle/>
        <a:p>
          <a:endParaRPr lang="en-US"/>
        </a:p>
      </dgm:t>
    </dgm:pt>
    <dgm:pt modelId="{CF37CF55-5A12-4106-969F-3441B4A2A903}" type="sibTrans" cxnId="{3642563D-9C1C-47B7-AF13-78EAEE21ADAC}">
      <dgm:prSet/>
      <dgm:spPr>
        <a:solidFill>
          <a:srgbClr val="EEA73C"/>
        </a:solidFill>
      </dgm:spPr>
      <dgm:t>
        <a:bodyPr/>
        <a:lstStyle/>
        <a:p>
          <a:endParaRPr lang="en-US"/>
        </a:p>
      </dgm:t>
    </dgm:pt>
    <dgm:pt modelId="{E7FD9107-7C90-4CF0-A4FB-1D5FCD818139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542D9674-BE9C-4246-9151-065604EE6835}" type="parTrans" cxnId="{74AF424E-72E3-4278-9E18-4CCCF638ED25}">
      <dgm:prSet/>
      <dgm:spPr/>
      <dgm:t>
        <a:bodyPr/>
        <a:lstStyle/>
        <a:p>
          <a:endParaRPr lang="en-US"/>
        </a:p>
      </dgm:t>
    </dgm:pt>
    <dgm:pt modelId="{29119E46-C783-4BAA-BBFA-42BFC814EE32}" type="sibTrans" cxnId="{74AF424E-72E3-4278-9E18-4CCCF638ED25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2F883A46-AD9D-4123-9605-F32C13024395}">
      <dgm:prSet phldrT="[Text]"/>
      <dgm:spPr>
        <a:ln>
          <a:noFill/>
        </a:ln>
      </dgm:spPr>
      <dgm:t>
        <a:bodyPr/>
        <a:lstStyle/>
        <a:p>
          <a:endParaRPr lang="en-US" dirty="0"/>
        </a:p>
        <a:p>
          <a:endParaRPr lang="en-US" dirty="0"/>
        </a:p>
      </dgm:t>
    </dgm:pt>
    <dgm:pt modelId="{593607D2-442C-4085-B706-152CD8808821}" type="sibTrans" cxnId="{AC9CD7DF-2178-48E0-A5BC-DA9CBBA8BDC8}">
      <dgm:prSet/>
      <dgm:spPr/>
      <dgm:t>
        <a:bodyPr/>
        <a:lstStyle/>
        <a:p>
          <a:endParaRPr lang="en-US"/>
        </a:p>
      </dgm:t>
    </dgm:pt>
    <dgm:pt modelId="{124E52B3-8B41-4D77-88F7-E1984DC74D16}" type="parTrans" cxnId="{AC9CD7DF-2178-48E0-A5BC-DA9CBBA8BDC8}">
      <dgm:prSet/>
      <dgm:spPr/>
      <dgm:t>
        <a:bodyPr/>
        <a:lstStyle/>
        <a:p>
          <a:endParaRPr lang="en-US"/>
        </a:p>
      </dgm:t>
    </dgm:pt>
    <dgm:pt modelId="{6F69FF6A-6268-4002-8F2F-746C76AF0B8F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8A7FD4B3-8BFA-4DF1-9804-96A90533147F}" type="sibTrans" cxnId="{BE65F034-405B-477D-9ED1-73A9EC4A2B20}">
      <dgm:prSet/>
      <dgm:spPr/>
      <dgm:t>
        <a:bodyPr/>
        <a:lstStyle/>
        <a:p>
          <a:endParaRPr lang="en-US"/>
        </a:p>
      </dgm:t>
    </dgm:pt>
    <dgm:pt modelId="{988DCDEE-7B79-4A55-B2F5-D909B7324647}" type="parTrans" cxnId="{BE65F034-405B-477D-9ED1-73A9EC4A2B20}">
      <dgm:prSet/>
      <dgm:spPr/>
      <dgm:t>
        <a:bodyPr/>
        <a:lstStyle/>
        <a:p>
          <a:endParaRPr lang="en-US"/>
        </a:p>
      </dgm:t>
    </dgm:pt>
    <dgm:pt modelId="{405A605D-48F7-4AE2-9FA0-5BE85DD4E4E7}" type="pres">
      <dgm:prSet presAssocID="{EE0355B5-B556-4FD6-97FC-67F320923A5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FF6B7ED-8C77-4B8E-ACD6-75D180EB0C09}" type="pres">
      <dgm:prSet presAssocID="{2F883A46-AD9D-4123-9605-F32C13024395}" presName="centerShape" presStyleLbl="node0" presStyleIdx="0" presStyleCnt="1" custLinFactNeighborX="-2" custLinFactNeighborY="-1096"/>
      <dgm:spPr/>
    </dgm:pt>
    <dgm:pt modelId="{28206060-412D-4E11-8F6A-924C187B1125}" type="pres">
      <dgm:prSet presAssocID="{6F69FF6A-6268-4002-8F2F-746C76AF0B8F}" presName="node" presStyleLbl="node1" presStyleIdx="0" presStyleCnt="5" custRadScaleRad="100641">
        <dgm:presLayoutVars>
          <dgm:bulletEnabled val="1"/>
        </dgm:presLayoutVars>
      </dgm:prSet>
      <dgm:spPr/>
    </dgm:pt>
    <dgm:pt modelId="{D505C279-C2A4-40EC-A412-DE1A92C507F6}" type="pres">
      <dgm:prSet presAssocID="{6F69FF6A-6268-4002-8F2F-746C76AF0B8F}" presName="dummy" presStyleCnt="0"/>
      <dgm:spPr/>
    </dgm:pt>
    <dgm:pt modelId="{5B1835EB-0A32-4C86-BB91-FE1771122A2F}" type="pres">
      <dgm:prSet presAssocID="{8A7FD4B3-8BFA-4DF1-9804-96A90533147F}" presName="sibTrans" presStyleLbl="sibTrans2D1" presStyleIdx="0" presStyleCnt="5"/>
      <dgm:spPr/>
    </dgm:pt>
    <dgm:pt modelId="{63BC9205-A5BA-42A2-8052-5B657B47D67A}" type="pres">
      <dgm:prSet presAssocID="{6DB1FE74-6509-4F51-BDBF-A1033ABBA201}" presName="node" presStyleLbl="node1" presStyleIdx="1" presStyleCnt="5">
        <dgm:presLayoutVars>
          <dgm:bulletEnabled val="1"/>
        </dgm:presLayoutVars>
      </dgm:prSet>
      <dgm:spPr/>
    </dgm:pt>
    <dgm:pt modelId="{BB1DFA2D-BC7E-4ED2-8CAC-675FA03721D4}" type="pres">
      <dgm:prSet presAssocID="{6DB1FE74-6509-4F51-BDBF-A1033ABBA201}" presName="dummy" presStyleCnt="0"/>
      <dgm:spPr/>
    </dgm:pt>
    <dgm:pt modelId="{B7B2655D-D799-4438-B6B1-EE5EC254B962}" type="pres">
      <dgm:prSet presAssocID="{498A5718-447C-4D74-8AD9-C6133CC268FD}" presName="sibTrans" presStyleLbl="sibTrans2D1" presStyleIdx="1" presStyleCnt="5"/>
      <dgm:spPr/>
    </dgm:pt>
    <dgm:pt modelId="{C4227604-C361-4E75-BABF-185761E335A0}" type="pres">
      <dgm:prSet presAssocID="{49DBA4F4-FDF0-444B-A283-CB0AC1EE303B}" presName="node" presStyleLbl="node1" presStyleIdx="2" presStyleCnt="5">
        <dgm:presLayoutVars>
          <dgm:bulletEnabled val="1"/>
        </dgm:presLayoutVars>
      </dgm:prSet>
      <dgm:spPr/>
    </dgm:pt>
    <dgm:pt modelId="{5527BE26-CFE9-4452-845E-673B16E142B7}" type="pres">
      <dgm:prSet presAssocID="{49DBA4F4-FDF0-444B-A283-CB0AC1EE303B}" presName="dummy" presStyleCnt="0"/>
      <dgm:spPr/>
    </dgm:pt>
    <dgm:pt modelId="{874AF574-BC3B-43A8-BE80-B028FB12145E}" type="pres">
      <dgm:prSet presAssocID="{3494CE99-F47E-43DC-8628-9640F09CDA65}" presName="sibTrans" presStyleLbl="sibTrans2D1" presStyleIdx="2" presStyleCnt="5"/>
      <dgm:spPr/>
    </dgm:pt>
    <dgm:pt modelId="{F150E114-3E80-4DEC-826A-0C08EF828765}" type="pres">
      <dgm:prSet presAssocID="{2D3DB121-33A0-433C-AB22-1E22859B9FB2}" presName="node" presStyleLbl="node1" presStyleIdx="3" presStyleCnt="5">
        <dgm:presLayoutVars>
          <dgm:bulletEnabled val="1"/>
        </dgm:presLayoutVars>
      </dgm:prSet>
      <dgm:spPr/>
    </dgm:pt>
    <dgm:pt modelId="{A8957C85-181E-4FC9-80E5-913DA2D01F54}" type="pres">
      <dgm:prSet presAssocID="{2D3DB121-33A0-433C-AB22-1E22859B9FB2}" presName="dummy" presStyleCnt="0"/>
      <dgm:spPr/>
    </dgm:pt>
    <dgm:pt modelId="{A614234E-9EAF-45C0-A0C4-4614F400E93A}" type="pres">
      <dgm:prSet presAssocID="{CF37CF55-5A12-4106-969F-3441B4A2A903}" presName="sibTrans" presStyleLbl="sibTrans2D1" presStyleIdx="3" presStyleCnt="5"/>
      <dgm:spPr/>
    </dgm:pt>
    <dgm:pt modelId="{DCF8C3FD-2CE8-4990-9916-22D8852FE786}" type="pres">
      <dgm:prSet presAssocID="{E7FD9107-7C90-4CF0-A4FB-1D5FCD818139}" presName="node" presStyleLbl="node1" presStyleIdx="4" presStyleCnt="5">
        <dgm:presLayoutVars>
          <dgm:bulletEnabled val="1"/>
        </dgm:presLayoutVars>
      </dgm:prSet>
      <dgm:spPr/>
    </dgm:pt>
    <dgm:pt modelId="{95AF8ABC-702F-4AB1-9EF8-1E589623355A}" type="pres">
      <dgm:prSet presAssocID="{E7FD9107-7C90-4CF0-A4FB-1D5FCD818139}" presName="dummy" presStyleCnt="0"/>
      <dgm:spPr/>
    </dgm:pt>
    <dgm:pt modelId="{935AC049-3EAC-4839-8461-C7B11F1F6F80}" type="pres">
      <dgm:prSet presAssocID="{29119E46-C783-4BAA-BBFA-42BFC814EE32}" presName="sibTrans" presStyleLbl="sibTrans2D1" presStyleIdx="4" presStyleCnt="5"/>
      <dgm:spPr/>
    </dgm:pt>
  </dgm:ptLst>
  <dgm:cxnLst>
    <dgm:cxn modelId="{D08B8511-72E3-4E61-BB6D-FD684C5C8338}" type="presOf" srcId="{49DBA4F4-FDF0-444B-A283-CB0AC1EE303B}" destId="{C4227604-C361-4E75-BABF-185761E335A0}" srcOrd="0" destOrd="0" presId="urn:microsoft.com/office/officeart/2005/8/layout/radial6"/>
    <dgm:cxn modelId="{FF9B9E28-84F2-48DD-B927-9CE49B19F00F}" type="presOf" srcId="{CF37CF55-5A12-4106-969F-3441B4A2A903}" destId="{A614234E-9EAF-45C0-A0C4-4614F400E93A}" srcOrd="0" destOrd="0" presId="urn:microsoft.com/office/officeart/2005/8/layout/radial6"/>
    <dgm:cxn modelId="{BE65F034-405B-477D-9ED1-73A9EC4A2B20}" srcId="{2F883A46-AD9D-4123-9605-F32C13024395}" destId="{6F69FF6A-6268-4002-8F2F-746C76AF0B8F}" srcOrd="0" destOrd="0" parTransId="{988DCDEE-7B79-4A55-B2F5-D909B7324647}" sibTransId="{8A7FD4B3-8BFA-4DF1-9804-96A90533147F}"/>
    <dgm:cxn modelId="{3642563D-9C1C-47B7-AF13-78EAEE21ADAC}" srcId="{2F883A46-AD9D-4123-9605-F32C13024395}" destId="{2D3DB121-33A0-433C-AB22-1E22859B9FB2}" srcOrd="3" destOrd="0" parTransId="{98B7B2DC-FBF9-49AC-A4E7-8F6FE9B24332}" sibTransId="{CF37CF55-5A12-4106-969F-3441B4A2A903}"/>
    <dgm:cxn modelId="{E9D57B3E-6E9C-462F-BC05-B3121FA58D90}" srcId="{2F883A46-AD9D-4123-9605-F32C13024395}" destId="{6DB1FE74-6509-4F51-BDBF-A1033ABBA201}" srcOrd="1" destOrd="0" parTransId="{7D490AB5-9A37-4F74-B49F-481E6A44F711}" sibTransId="{498A5718-447C-4D74-8AD9-C6133CC268FD}"/>
    <dgm:cxn modelId="{68FD0261-9287-4249-BAFA-8175C11F22FF}" type="presOf" srcId="{E7FD9107-7C90-4CF0-A4FB-1D5FCD818139}" destId="{DCF8C3FD-2CE8-4990-9916-22D8852FE786}" srcOrd="0" destOrd="0" presId="urn:microsoft.com/office/officeart/2005/8/layout/radial6"/>
    <dgm:cxn modelId="{1681D349-AB71-4F85-BB71-D6BC53442E35}" type="presOf" srcId="{6DB1FE74-6509-4F51-BDBF-A1033ABBA201}" destId="{63BC9205-A5BA-42A2-8052-5B657B47D67A}" srcOrd="0" destOrd="0" presId="urn:microsoft.com/office/officeart/2005/8/layout/radial6"/>
    <dgm:cxn modelId="{74AF424E-72E3-4278-9E18-4CCCF638ED25}" srcId="{2F883A46-AD9D-4123-9605-F32C13024395}" destId="{E7FD9107-7C90-4CF0-A4FB-1D5FCD818139}" srcOrd="4" destOrd="0" parTransId="{542D9674-BE9C-4246-9151-065604EE6835}" sibTransId="{29119E46-C783-4BAA-BBFA-42BFC814EE32}"/>
    <dgm:cxn modelId="{009E0C73-3E6D-484B-BA01-95A2A70481CF}" type="presOf" srcId="{EE0355B5-B556-4FD6-97FC-67F320923A56}" destId="{405A605D-48F7-4AE2-9FA0-5BE85DD4E4E7}" srcOrd="0" destOrd="0" presId="urn:microsoft.com/office/officeart/2005/8/layout/radial6"/>
    <dgm:cxn modelId="{8693DF93-A23E-4F9C-8D20-2A100799DAFB}" type="presOf" srcId="{498A5718-447C-4D74-8AD9-C6133CC268FD}" destId="{B7B2655D-D799-4438-B6B1-EE5EC254B962}" srcOrd="0" destOrd="0" presId="urn:microsoft.com/office/officeart/2005/8/layout/radial6"/>
    <dgm:cxn modelId="{3BB1AD99-37DC-4E58-9067-7A859FFB9D60}" type="presOf" srcId="{6F69FF6A-6268-4002-8F2F-746C76AF0B8F}" destId="{28206060-412D-4E11-8F6A-924C187B1125}" srcOrd="0" destOrd="0" presId="urn:microsoft.com/office/officeart/2005/8/layout/radial6"/>
    <dgm:cxn modelId="{C1AB8C9B-2F52-40DF-811F-4E5927C763E5}" type="presOf" srcId="{29119E46-C783-4BAA-BBFA-42BFC814EE32}" destId="{935AC049-3EAC-4839-8461-C7B11F1F6F80}" srcOrd="0" destOrd="0" presId="urn:microsoft.com/office/officeart/2005/8/layout/radial6"/>
    <dgm:cxn modelId="{C928DDB7-8FB8-4EF1-B277-CF123A92FC7E}" type="presOf" srcId="{3494CE99-F47E-43DC-8628-9640F09CDA65}" destId="{874AF574-BC3B-43A8-BE80-B028FB12145E}" srcOrd="0" destOrd="0" presId="urn:microsoft.com/office/officeart/2005/8/layout/radial6"/>
    <dgm:cxn modelId="{F7FCEBC3-F4C1-4A0C-9293-A298EF791B61}" type="presOf" srcId="{2F883A46-AD9D-4123-9605-F32C13024395}" destId="{6FF6B7ED-8C77-4B8E-ACD6-75D180EB0C09}" srcOrd="0" destOrd="0" presId="urn:microsoft.com/office/officeart/2005/8/layout/radial6"/>
    <dgm:cxn modelId="{AC9CD7DF-2178-48E0-A5BC-DA9CBBA8BDC8}" srcId="{EE0355B5-B556-4FD6-97FC-67F320923A56}" destId="{2F883A46-AD9D-4123-9605-F32C13024395}" srcOrd="0" destOrd="0" parTransId="{124E52B3-8B41-4D77-88F7-E1984DC74D16}" sibTransId="{593607D2-442C-4085-B706-152CD8808821}"/>
    <dgm:cxn modelId="{D61944E5-3EAB-42DE-A731-448DDBD3FC84}" type="presOf" srcId="{2D3DB121-33A0-433C-AB22-1E22859B9FB2}" destId="{F150E114-3E80-4DEC-826A-0C08EF828765}" srcOrd="0" destOrd="0" presId="urn:microsoft.com/office/officeart/2005/8/layout/radial6"/>
    <dgm:cxn modelId="{54DF3FE7-6EF7-4505-9641-73CFEBE50139}" srcId="{2F883A46-AD9D-4123-9605-F32C13024395}" destId="{49DBA4F4-FDF0-444B-A283-CB0AC1EE303B}" srcOrd="2" destOrd="0" parTransId="{1AE3C530-CF1B-4C64-BBA9-E5E04A308F31}" sibTransId="{3494CE99-F47E-43DC-8628-9640F09CDA65}"/>
    <dgm:cxn modelId="{B1CA8BF4-B6C9-4C55-AEBF-A557E28C52B7}" type="presOf" srcId="{8A7FD4B3-8BFA-4DF1-9804-96A90533147F}" destId="{5B1835EB-0A32-4C86-BB91-FE1771122A2F}" srcOrd="0" destOrd="0" presId="urn:microsoft.com/office/officeart/2005/8/layout/radial6"/>
    <dgm:cxn modelId="{3BF11852-C8C2-4FC1-97FE-21E933687D67}" type="presParOf" srcId="{405A605D-48F7-4AE2-9FA0-5BE85DD4E4E7}" destId="{6FF6B7ED-8C77-4B8E-ACD6-75D180EB0C09}" srcOrd="0" destOrd="0" presId="urn:microsoft.com/office/officeart/2005/8/layout/radial6"/>
    <dgm:cxn modelId="{38A0C7D7-F6F2-4824-A4B5-8E99902860C9}" type="presParOf" srcId="{405A605D-48F7-4AE2-9FA0-5BE85DD4E4E7}" destId="{28206060-412D-4E11-8F6A-924C187B1125}" srcOrd="1" destOrd="0" presId="urn:microsoft.com/office/officeart/2005/8/layout/radial6"/>
    <dgm:cxn modelId="{517FC85B-C78A-404E-AFE3-BC597FB1E627}" type="presParOf" srcId="{405A605D-48F7-4AE2-9FA0-5BE85DD4E4E7}" destId="{D505C279-C2A4-40EC-A412-DE1A92C507F6}" srcOrd="2" destOrd="0" presId="urn:microsoft.com/office/officeart/2005/8/layout/radial6"/>
    <dgm:cxn modelId="{678A0C9E-35BB-47AA-BDB1-F55CF84D5EF5}" type="presParOf" srcId="{405A605D-48F7-4AE2-9FA0-5BE85DD4E4E7}" destId="{5B1835EB-0A32-4C86-BB91-FE1771122A2F}" srcOrd="3" destOrd="0" presId="urn:microsoft.com/office/officeart/2005/8/layout/radial6"/>
    <dgm:cxn modelId="{5331F422-7D8B-4683-8058-2267641C601B}" type="presParOf" srcId="{405A605D-48F7-4AE2-9FA0-5BE85DD4E4E7}" destId="{63BC9205-A5BA-42A2-8052-5B657B47D67A}" srcOrd="4" destOrd="0" presId="urn:microsoft.com/office/officeart/2005/8/layout/radial6"/>
    <dgm:cxn modelId="{8528EDEC-A557-4DFE-8DED-BC7E111F5223}" type="presParOf" srcId="{405A605D-48F7-4AE2-9FA0-5BE85DD4E4E7}" destId="{BB1DFA2D-BC7E-4ED2-8CAC-675FA03721D4}" srcOrd="5" destOrd="0" presId="urn:microsoft.com/office/officeart/2005/8/layout/radial6"/>
    <dgm:cxn modelId="{A016D59B-7E08-488A-AD37-9A55ADA0129A}" type="presParOf" srcId="{405A605D-48F7-4AE2-9FA0-5BE85DD4E4E7}" destId="{B7B2655D-D799-4438-B6B1-EE5EC254B962}" srcOrd="6" destOrd="0" presId="urn:microsoft.com/office/officeart/2005/8/layout/radial6"/>
    <dgm:cxn modelId="{B445041A-62B5-4C45-A968-B4FCAB67A2BA}" type="presParOf" srcId="{405A605D-48F7-4AE2-9FA0-5BE85DD4E4E7}" destId="{C4227604-C361-4E75-BABF-185761E335A0}" srcOrd="7" destOrd="0" presId="urn:microsoft.com/office/officeart/2005/8/layout/radial6"/>
    <dgm:cxn modelId="{508CE452-5F2C-4364-B2B7-5508F72CEC4C}" type="presParOf" srcId="{405A605D-48F7-4AE2-9FA0-5BE85DD4E4E7}" destId="{5527BE26-CFE9-4452-845E-673B16E142B7}" srcOrd="8" destOrd="0" presId="urn:microsoft.com/office/officeart/2005/8/layout/radial6"/>
    <dgm:cxn modelId="{3BBD2EAA-7A5B-41D3-A5F7-FD9C6612DDA5}" type="presParOf" srcId="{405A605D-48F7-4AE2-9FA0-5BE85DD4E4E7}" destId="{874AF574-BC3B-43A8-BE80-B028FB12145E}" srcOrd="9" destOrd="0" presId="urn:microsoft.com/office/officeart/2005/8/layout/radial6"/>
    <dgm:cxn modelId="{CDCE21B7-CED1-472E-B8DA-53815D0C42E2}" type="presParOf" srcId="{405A605D-48F7-4AE2-9FA0-5BE85DD4E4E7}" destId="{F150E114-3E80-4DEC-826A-0C08EF828765}" srcOrd="10" destOrd="0" presId="urn:microsoft.com/office/officeart/2005/8/layout/radial6"/>
    <dgm:cxn modelId="{F97E9113-319F-49EE-9943-2372CD292162}" type="presParOf" srcId="{405A605D-48F7-4AE2-9FA0-5BE85DD4E4E7}" destId="{A8957C85-181E-4FC9-80E5-913DA2D01F54}" srcOrd="11" destOrd="0" presId="urn:microsoft.com/office/officeart/2005/8/layout/radial6"/>
    <dgm:cxn modelId="{3AA81DFC-FE6C-462B-9BD0-15D79B404880}" type="presParOf" srcId="{405A605D-48F7-4AE2-9FA0-5BE85DD4E4E7}" destId="{A614234E-9EAF-45C0-A0C4-4614F400E93A}" srcOrd="12" destOrd="0" presId="urn:microsoft.com/office/officeart/2005/8/layout/radial6"/>
    <dgm:cxn modelId="{E1FB2A0F-4469-4A2D-84A3-19CF21739DFD}" type="presParOf" srcId="{405A605D-48F7-4AE2-9FA0-5BE85DD4E4E7}" destId="{DCF8C3FD-2CE8-4990-9916-22D8852FE786}" srcOrd="13" destOrd="0" presId="urn:microsoft.com/office/officeart/2005/8/layout/radial6"/>
    <dgm:cxn modelId="{0A9035F4-F918-48F4-B5F5-BF08C1AB8BC1}" type="presParOf" srcId="{405A605D-48F7-4AE2-9FA0-5BE85DD4E4E7}" destId="{95AF8ABC-702F-4AB1-9EF8-1E589623355A}" srcOrd="14" destOrd="0" presId="urn:microsoft.com/office/officeart/2005/8/layout/radial6"/>
    <dgm:cxn modelId="{BD9BF2A5-BDA6-4092-A599-EA118A5493A2}" type="presParOf" srcId="{405A605D-48F7-4AE2-9FA0-5BE85DD4E4E7}" destId="{935AC049-3EAC-4839-8461-C7B11F1F6F80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0355B5-B556-4FD6-97FC-67F320923A56}" type="doc">
      <dgm:prSet loTypeId="urn:microsoft.com/office/officeart/2005/8/layout/radial6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B1FE74-6509-4F51-BDBF-A1033ABBA201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7D490AB5-9A37-4F74-B49F-481E6A44F711}" type="parTrans" cxnId="{E9D57B3E-6E9C-462F-BC05-B3121FA58D90}">
      <dgm:prSet/>
      <dgm:spPr/>
      <dgm:t>
        <a:bodyPr/>
        <a:lstStyle/>
        <a:p>
          <a:endParaRPr lang="en-US"/>
        </a:p>
      </dgm:t>
    </dgm:pt>
    <dgm:pt modelId="{498A5718-447C-4D74-8AD9-C6133CC268FD}" type="sibTrans" cxnId="{E9D57B3E-6E9C-462F-BC05-B3121FA58D90}">
      <dgm:prSet/>
      <dgm:spPr/>
      <dgm:t>
        <a:bodyPr/>
        <a:lstStyle/>
        <a:p>
          <a:endParaRPr lang="en-US"/>
        </a:p>
      </dgm:t>
    </dgm:pt>
    <dgm:pt modelId="{49DBA4F4-FDF0-444B-A283-CB0AC1EE303B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1AE3C530-CF1B-4C64-BBA9-E5E04A308F31}" type="parTrans" cxnId="{54DF3FE7-6EF7-4505-9641-73CFEBE50139}">
      <dgm:prSet/>
      <dgm:spPr/>
      <dgm:t>
        <a:bodyPr/>
        <a:lstStyle/>
        <a:p>
          <a:endParaRPr lang="en-US"/>
        </a:p>
      </dgm:t>
    </dgm:pt>
    <dgm:pt modelId="{3494CE99-F47E-43DC-8628-9640F09CDA65}" type="sibTrans" cxnId="{54DF3FE7-6EF7-4505-9641-73CFEBE50139}">
      <dgm:prSet/>
      <dgm:spPr/>
      <dgm:t>
        <a:bodyPr/>
        <a:lstStyle/>
        <a:p>
          <a:endParaRPr lang="en-US"/>
        </a:p>
      </dgm:t>
    </dgm:pt>
    <dgm:pt modelId="{2D3DB121-33A0-433C-AB22-1E22859B9FB2}">
      <dgm:prSet phldrT="[Text]" custT="1"/>
      <dgm:spPr>
        <a:solidFill>
          <a:srgbClr val="EEA73C"/>
        </a:solidFill>
        <a:ln>
          <a:noFill/>
        </a:ln>
      </dgm:spPr>
      <dgm:t>
        <a:bodyPr/>
        <a:lstStyle/>
        <a:p>
          <a:endParaRPr lang="en-US" sz="1400" dirty="0"/>
        </a:p>
      </dgm:t>
    </dgm:pt>
    <dgm:pt modelId="{98B7B2DC-FBF9-49AC-A4E7-8F6FE9B24332}" type="parTrans" cxnId="{3642563D-9C1C-47B7-AF13-78EAEE21ADAC}">
      <dgm:prSet/>
      <dgm:spPr/>
      <dgm:t>
        <a:bodyPr/>
        <a:lstStyle/>
        <a:p>
          <a:endParaRPr lang="en-US"/>
        </a:p>
      </dgm:t>
    </dgm:pt>
    <dgm:pt modelId="{CF37CF55-5A12-4106-969F-3441B4A2A903}" type="sibTrans" cxnId="{3642563D-9C1C-47B7-AF13-78EAEE21ADAC}">
      <dgm:prSet/>
      <dgm:spPr>
        <a:solidFill>
          <a:srgbClr val="EEA73C"/>
        </a:solidFill>
      </dgm:spPr>
      <dgm:t>
        <a:bodyPr/>
        <a:lstStyle/>
        <a:p>
          <a:endParaRPr lang="en-US"/>
        </a:p>
      </dgm:t>
    </dgm:pt>
    <dgm:pt modelId="{E7FD9107-7C90-4CF0-A4FB-1D5FCD818139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542D9674-BE9C-4246-9151-065604EE6835}" type="parTrans" cxnId="{74AF424E-72E3-4278-9E18-4CCCF638ED25}">
      <dgm:prSet/>
      <dgm:spPr/>
      <dgm:t>
        <a:bodyPr/>
        <a:lstStyle/>
        <a:p>
          <a:endParaRPr lang="en-US"/>
        </a:p>
      </dgm:t>
    </dgm:pt>
    <dgm:pt modelId="{29119E46-C783-4BAA-BBFA-42BFC814EE32}" type="sibTrans" cxnId="{74AF424E-72E3-4278-9E18-4CCCF638ED25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2F883A46-AD9D-4123-9605-F32C13024395}">
      <dgm:prSet phldrT="[Text]"/>
      <dgm:spPr>
        <a:ln>
          <a:noFill/>
        </a:ln>
      </dgm:spPr>
      <dgm:t>
        <a:bodyPr/>
        <a:lstStyle/>
        <a:p>
          <a:endParaRPr lang="en-US" dirty="0"/>
        </a:p>
        <a:p>
          <a:endParaRPr lang="en-US" dirty="0"/>
        </a:p>
      </dgm:t>
    </dgm:pt>
    <dgm:pt modelId="{593607D2-442C-4085-B706-152CD8808821}" type="sibTrans" cxnId="{AC9CD7DF-2178-48E0-A5BC-DA9CBBA8BDC8}">
      <dgm:prSet/>
      <dgm:spPr/>
      <dgm:t>
        <a:bodyPr/>
        <a:lstStyle/>
        <a:p>
          <a:endParaRPr lang="en-US"/>
        </a:p>
      </dgm:t>
    </dgm:pt>
    <dgm:pt modelId="{124E52B3-8B41-4D77-88F7-E1984DC74D16}" type="parTrans" cxnId="{AC9CD7DF-2178-48E0-A5BC-DA9CBBA8BDC8}">
      <dgm:prSet/>
      <dgm:spPr/>
      <dgm:t>
        <a:bodyPr/>
        <a:lstStyle/>
        <a:p>
          <a:endParaRPr lang="en-US"/>
        </a:p>
      </dgm:t>
    </dgm:pt>
    <dgm:pt modelId="{6F69FF6A-6268-4002-8F2F-746C76AF0B8F}">
      <dgm:prSet phldrT="[Text]" custT="1"/>
      <dgm:spPr>
        <a:ln>
          <a:noFill/>
        </a:ln>
      </dgm:spPr>
      <dgm:t>
        <a:bodyPr/>
        <a:lstStyle/>
        <a:p>
          <a:endParaRPr lang="en-US" sz="1400" dirty="0"/>
        </a:p>
      </dgm:t>
    </dgm:pt>
    <dgm:pt modelId="{8A7FD4B3-8BFA-4DF1-9804-96A90533147F}" type="sibTrans" cxnId="{BE65F034-405B-477D-9ED1-73A9EC4A2B20}">
      <dgm:prSet/>
      <dgm:spPr/>
      <dgm:t>
        <a:bodyPr/>
        <a:lstStyle/>
        <a:p>
          <a:endParaRPr lang="en-US"/>
        </a:p>
      </dgm:t>
    </dgm:pt>
    <dgm:pt modelId="{988DCDEE-7B79-4A55-B2F5-D909B7324647}" type="parTrans" cxnId="{BE65F034-405B-477D-9ED1-73A9EC4A2B20}">
      <dgm:prSet/>
      <dgm:spPr/>
      <dgm:t>
        <a:bodyPr/>
        <a:lstStyle/>
        <a:p>
          <a:endParaRPr lang="en-US"/>
        </a:p>
      </dgm:t>
    </dgm:pt>
    <dgm:pt modelId="{405A605D-48F7-4AE2-9FA0-5BE85DD4E4E7}" type="pres">
      <dgm:prSet presAssocID="{EE0355B5-B556-4FD6-97FC-67F320923A5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FF6B7ED-8C77-4B8E-ACD6-75D180EB0C09}" type="pres">
      <dgm:prSet presAssocID="{2F883A46-AD9D-4123-9605-F32C13024395}" presName="centerShape" presStyleLbl="node0" presStyleIdx="0" presStyleCnt="1" custLinFactNeighborX="-2" custLinFactNeighborY="-1096"/>
      <dgm:spPr/>
    </dgm:pt>
    <dgm:pt modelId="{28206060-412D-4E11-8F6A-924C187B1125}" type="pres">
      <dgm:prSet presAssocID="{6F69FF6A-6268-4002-8F2F-746C76AF0B8F}" presName="node" presStyleLbl="node1" presStyleIdx="0" presStyleCnt="5">
        <dgm:presLayoutVars>
          <dgm:bulletEnabled val="1"/>
        </dgm:presLayoutVars>
      </dgm:prSet>
      <dgm:spPr/>
    </dgm:pt>
    <dgm:pt modelId="{D505C279-C2A4-40EC-A412-DE1A92C507F6}" type="pres">
      <dgm:prSet presAssocID="{6F69FF6A-6268-4002-8F2F-746C76AF0B8F}" presName="dummy" presStyleCnt="0"/>
      <dgm:spPr/>
    </dgm:pt>
    <dgm:pt modelId="{5B1835EB-0A32-4C86-BB91-FE1771122A2F}" type="pres">
      <dgm:prSet presAssocID="{8A7FD4B3-8BFA-4DF1-9804-96A90533147F}" presName="sibTrans" presStyleLbl="sibTrans2D1" presStyleIdx="0" presStyleCnt="5"/>
      <dgm:spPr/>
    </dgm:pt>
    <dgm:pt modelId="{63BC9205-A5BA-42A2-8052-5B657B47D67A}" type="pres">
      <dgm:prSet presAssocID="{6DB1FE74-6509-4F51-BDBF-A1033ABBA201}" presName="node" presStyleLbl="node1" presStyleIdx="1" presStyleCnt="5">
        <dgm:presLayoutVars>
          <dgm:bulletEnabled val="1"/>
        </dgm:presLayoutVars>
      </dgm:prSet>
      <dgm:spPr/>
    </dgm:pt>
    <dgm:pt modelId="{BB1DFA2D-BC7E-4ED2-8CAC-675FA03721D4}" type="pres">
      <dgm:prSet presAssocID="{6DB1FE74-6509-4F51-BDBF-A1033ABBA201}" presName="dummy" presStyleCnt="0"/>
      <dgm:spPr/>
    </dgm:pt>
    <dgm:pt modelId="{B7B2655D-D799-4438-B6B1-EE5EC254B962}" type="pres">
      <dgm:prSet presAssocID="{498A5718-447C-4D74-8AD9-C6133CC268FD}" presName="sibTrans" presStyleLbl="sibTrans2D1" presStyleIdx="1" presStyleCnt="5"/>
      <dgm:spPr/>
    </dgm:pt>
    <dgm:pt modelId="{C4227604-C361-4E75-BABF-185761E335A0}" type="pres">
      <dgm:prSet presAssocID="{49DBA4F4-FDF0-444B-A283-CB0AC1EE303B}" presName="node" presStyleLbl="node1" presStyleIdx="2" presStyleCnt="5">
        <dgm:presLayoutVars>
          <dgm:bulletEnabled val="1"/>
        </dgm:presLayoutVars>
      </dgm:prSet>
      <dgm:spPr/>
    </dgm:pt>
    <dgm:pt modelId="{5527BE26-CFE9-4452-845E-673B16E142B7}" type="pres">
      <dgm:prSet presAssocID="{49DBA4F4-FDF0-444B-A283-CB0AC1EE303B}" presName="dummy" presStyleCnt="0"/>
      <dgm:spPr/>
    </dgm:pt>
    <dgm:pt modelId="{874AF574-BC3B-43A8-BE80-B028FB12145E}" type="pres">
      <dgm:prSet presAssocID="{3494CE99-F47E-43DC-8628-9640F09CDA65}" presName="sibTrans" presStyleLbl="sibTrans2D1" presStyleIdx="2" presStyleCnt="5"/>
      <dgm:spPr/>
    </dgm:pt>
    <dgm:pt modelId="{F150E114-3E80-4DEC-826A-0C08EF828765}" type="pres">
      <dgm:prSet presAssocID="{2D3DB121-33A0-433C-AB22-1E22859B9FB2}" presName="node" presStyleLbl="node1" presStyleIdx="3" presStyleCnt="5">
        <dgm:presLayoutVars>
          <dgm:bulletEnabled val="1"/>
        </dgm:presLayoutVars>
      </dgm:prSet>
      <dgm:spPr/>
    </dgm:pt>
    <dgm:pt modelId="{A8957C85-181E-4FC9-80E5-913DA2D01F54}" type="pres">
      <dgm:prSet presAssocID="{2D3DB121-33A0-433C-AB22-1E22859B9FB2}" presName="dummy" presStyleCnt="0"/>
      <dgm:spPr/>
    </dgm:pt>
    <dgm:pt modelId="{A614234E-9EAF-45C0-A0C4-4614F400E93A}" type="pres">
      <dgm:prSet presAssocID="{CF37CF55-5A12-4106-969F-3441B4A2A903}" presName="sibTrans" presStyleLbl="sibTrans2D1" presStyleIdx="3" presStyleCnt="5"/>
      <dgm:spPr/>
    </dgm:pt>
    <dgm:pt modelId="{DCF8C3FD-2CE8-4990-9916-22D8852FE786}" type="pres">
      <dgm:prSet presAssocID="{E7FD9107-7C90-4CF0-A4FB-1D5FCD818139}" presName="node" presStyleLbl="node1" presStyleIdx="4" presStyleCnt="5">
        <dgm:presLayoutVars>
          <dgm:bulletEnabled val="1"/>
        </dgm:presLayoutVars>
      </dgm:prSet>
      <dgm:spPr/>
    </dgm:pt>
    <dgm:pt modelId="{95AF8ABC-702F-4AB1-9EF8-1E589623355A}" type="pres">
      <dgm:prSet presAssocID="{E7FD9107-7C90-4CF0-A4FB-1D5FCD818139}" presName="dummy" presStyleCnt="0"/>
      <dgm:spPr/>
    </dgm:pt>
    <dgm:pt modelId="{935AC049-3EAC-4839-8461-C7B11F1F6F80}" type="pres">
      <dgm:prSet presAssocID="{29119E46-C783-4BAA-BBFA-42BFC814EE32}" presName="sibTrans" presStyleLbl="sibTrans2D1" presStyleIdx="4" presStyleCnt="5"/>
      <dgm:spPr/>
    </dgm:pt>
  </dgm:ptLst>
  <dgm:cxnLst>
    <dgm:cxn modelId="{D08B8511-72E3-4E61-BB6D-FD684C5C8338}" type="presOf" srcId="{49DBA4F4-FDF0-444B-A283-CB0AC1EE303B}" destId="{C4227604-C361-4E75-BABF-185761E335A0}" srcOrd="0" destOrd="0" presId="urn:microsoft.com/office/officeart/2005/8/layout/radial6"/>
    <dgm:cxn modelId="{FF9B9E28-84F2-48DD-B927-9CE49B19F00F}" type="presOf" srcId="{CF37CF55-5A12-4106-969F-3441B4A2A903}" destId="{A614234E-9EAF-45C0-A0C4-4614F400E93A}" srcOrd="0" destOrd="0" presId="urn:microsoft.com/office/officeart/2005/8/layout/radial6"/>
    <dgm:cxn modelId="{BE65F034-405B-477D-9ED1-73A9EC4A2B20}" srcId="{2F883A46-AD9D-4123-9605-F32C13024395}" destId="{6F69FF6A-6268-4002-8F2F-746C76AF0B8F}" srcOrd="0" destOrd="0" parTransId="{988DCDEE-7B79-4A55-B2F5-D909B7324647}" sibTransId="{8A7FD4B3-8BFA-4DF1-9804-96A90533147F}"/>
    <dgm:cxn modelId="{3642563D-9C1C-47B7-AF13-78EAEE21ADAC}" srcId="{2F883A46-AD9D-4123-9605-F32C13024395}" destId="{2D3DB121-33A0-433C-AB22-1E22859B9FB2}" srcOrd="3" destOrd="0" parTransId="{98B7B2DC-FBF9-49AC-A4E7-8F6FE9B24332}" sibTransId="{CF37CF55-5A12-4106-969F-3441B4A2A903}"/>
    <dgm:cxn modelId="{E9D57B3E-6E9C-462F-BC05-B3121FA58D90}" srcId="{2F883A46-AD9D-4123-9605-F32C13024395}" destId="{6DB1FE74-6509-4F51-BDBF-A1033ABBA201}" srcOrd="1" destOrd="0" parTransId="{7D490AB5-9A37-4F74-B49F-481E6A44F711}" sibTransId="{498A5718-447C-4D74-8AD9-C6133CC268FD}"/>
    <dgm:cxn modelId="{68FD0261-9287-4249-BAFA-8175C11F22FF}" type="presOf" srcId="{E7FD9107-7C90-4CF0-A4FB-1D5FCD818139}" destId="{DCF8C3FD-2CE8-4990-9916-22D8852FE786}" srcOrd="0" destOrd="0" presId="urn:microsoft.com/office/officeart/2005/8/layout/radial6"/>
    <dgm:cxn modelId="{1681D349-AB71-4F85-BB71-D6BC53442E35}" type="presOf" srcId="{6DB1FE74-6509-4F51-BDBF-A1033ABBA201}" destId="{63BC9205-A5BA-42A2-8052-5B657B47D67A}" srcOrd="0" destOrd="0" presId="urn:microsoft.com/office/officeart/2005/8/layout/radial6"/>
    <dgm:cxn modelId="{74AF424E-72E3-4278-9E18-4CCCF638ED25}" srcId="{2F883A46-AD9D-4123-9605-F32C13024395}" destId="{E7FD9107-7C90-4CF0-A4FB-1D5FCD818139}" srcOrd="4" destOrd="0" parTransId="{542D9674-BE9C-4246-9151-065604EE6835}" sibTransId="{29119E46-C783-4BAA-BBFA-42BFC814EE32}"/>
    <dgm:cxn modelId="{009E0C73-3E6D-484B-BA01-95A2A70481CF}" type="presOf" srcId="{EE0355B5-B556-4FD6-97FC-67F320923A56}" destId="{405A605D-48F7-4AE2-9FA0-5BE85DD4E4E7}" srcOrd="0" destOrd="0" presId="urn:microsoft.com/office/officeart/2005/8/layout/radial6"/>
    <dgm:cxn modelId="{8693DF93-A23E-4F9C-8D20-2A100799DAFB}" type="presOf" srcId="{498A5718-447C-4D74-8AD9-C6133CC268FD}" destId="{B7B2655D-D799-4438-B6B1-EE5EC254B962}" srcOrd="0" destOrd="0" presId="urn:microsoft.com/office/officeart/2005/8/layout/radial6"/>
    <dgm:cxn modelId="{3BB1AD99-37DC-4E58-9067-7A859FFB9D60}" type="presOf" srcId="{6F69FF6A-6268-4002-8F2F-746C76AF0B8F}" destId="{28206060-412D-4E11-8F6A-924C187B1125}" srcOrd="0" destOrd="0" presId="urn:microsoft.com/office/officeart/2005/8/layout/radial6"/>
    <dgm:cxn modelId="{C1AB8C9B-2F52-40DF-811F-4E5927C763E5}" type="presOf" srcId="{29119E46-C783-4BAA-BBFA-42BFC814EE32}" destId="{935AC049-3EAC-4839-8461-C7B11F1F6F80}" srcOrd="0" destOrd="0" presId="urn:microsoft.com/office/officeart/2005/8/layout/radial6"/>
    <dgm:cxn modelId="{C928DDB7-8FB8-4EF1-B277-CF123A92FC7E}" type="presOf" srcId="{3494CE99-F47E-43DC-8628-9640F09CDA65}" destId="{874AF574-BC3B-43A8-BE80-B028FB12145E}" srcOrd="0" destOrd="0" presId="urn:microsoft.com/office/officeart/2005/8/layout/radial6"/>
    <dgm:cxn modelId="{F7FCEBC3-F4C1-4A0C-9293-A298EF791B61}" type="presOf" srcId="{2F883A46-AD9D-4123-9605-F32C13024395}" destId="{6FF6B7ED-8C77-4B8E-ACD6-75D180EB0C09}" srcOrd="0" destOrd="0" presId="urn:microsoft.com/office/officeart/2005/8/layout/radial6"/>
    <dgm:cxn modelId="{AC9CD7DF-2178-48E0-A5BC-DA9CBBA8BDC8}" srcId="{EE0355B5-B556-4FD6-97FC-67F320923A56}" destId="{2F883A46-AD9D-4123-9605-F32C13024395}" srcOrd="0" destOrd="0" parTransId="{124E52B3-8B41-4D77-88F7-E1984DC74D16}" sibTransId="{593607D2-442C-4085-B706-152CD8808821}"/>
    <dgm:cxn modelId="{D61944E5-3EAB-42DE-A731-448DDBD3FC84}" type="presOf" srcId="{2D3DB121-33A0-433C-AB22-1E22859B9FB2}" destId="{F150E114-3E80-4DEC-826A-0C08EF828765}" srcOrd="0" destOrd="0" presId="urn:microsoft.com/office/officeart/2005/8/layout/radial6"/>
    <dgm:cxn modelId="{54DF3FE7-6EF7-4505-9641-73CFEBE50139}" srcId="{2F883A46-AD9D-4123-9605-F32C13024395}" destId="{49DBA4F4-FDF0-444B-A283-CB0AC1EE303B}" srcOrd="2" destOrd="0" parTransId="{1AE3C530-CF1B-4C64-BBA9-E5E04A308F31}" sibTransId="{3494CE99-F47E-43DC-8628-9640F09CDA65}"/>
    <dgm:cxn modelId="{B1CA8BF4-B6C9-4C55-AEBF-A557E28C52B7}" type="presOf" srcId="{8A7FD4B3-8BFA-4DF1-9804-96A90533147F}" destId="{5B1835EB-0A32-4C86-BB91-FE1771122A2F}" srcOrd="0" destOrd="0" presId="urn:microsoft.com/office/officeart/2005/8/layout/radial6"/>
    <dgm:cxn modelId="{3BF11852-C8C2-4FC1-97FE-21E933687D67}" type="presParOf" srcId="{405A605D-48F7-4AE2-9FA0-5BE85DD4E4E7}" destId="{6FF6B7ED-8C77-4B8E-ACD6-75D180EB0C09}" srcOrd="0" destOrd="0" presId="urn:microsoft.com/office/officeart/2005/8/layout/radial6"/>
    <dgm:cxn modelId="{38A0C7D7-F6F2-4824-A4B5-8E99902860C9}" type="presParOf" srcId="{405A605D-48F7-4AE2-9FA0-5BE85DD4E4E7}" destId="{28206060-412D-4E11-8F6A-924C187B1125}" srcOrd="1" destOrd="0" presId="urn:microsoft.com/office/officeart/2005/8/layout/radial6"/>
    <dgm:cxn modelId="{517FC85B-C78A-404E-AFE3-BC597FB1E627}" type="presParOf" srcId="{405A605D-48F7-4AE2-9FA0-5BE85DD4E4E7}" destId="{D505C279-C2A4-40EC-A412-DE1A92C507F6}" srcOrd="2" destOrd="0" presId="urn:microsoft.com/office/officeart/2005/8/layout/radial6"/>
    <dgm:cxn modelId="{678A0C9E-35BB-47AA-BDB1-F55CF84D5EF5}" type="presParOf" srcId="{405A605D-48F7-4AE2-9FA0-5BE85DD4E4E7}" destId="{5B1835EB-0A32-4C86-BB91-FE1771122A2F}" srcOrd="3" destOrd="0" presId="urn:microsoft.com/office/officeart/2005/8/layout/radial6"/>
    <dgm:cxn modelId="{5331F422-7D8B-4683-8058-2267641C601B}" type="presParOf" srcId="{405A605D-48F7-4AE2-9FA0-5BE85DD4E4E7}" destId="{63BC9205-A5BA-42A2-8052-5B657B47D67A}" srcOrd="4" destOrd="0" presId="urn:microsoft.com/office/officeart/2005/8/layout/radial6"/>
    <dgm:cxn modelId="{8528EDEC-A557-4DFE-8DED-BC7E111F5223}" type="presParOf" srcId="{405A605D-48F7-4AE2-9FA0-5BE85DD4E4E7}" destId="{BB1DFA2D-BC7E-4ED2-8CAC-675FA03721D4}" srcOrd="5" destOrd="0" presId="urn:microsoft.com/office/officeart/2005/8/layout/radial6"/>
    <dgm:cxn modelId="{A016D59B-7E08-488A-AD37-9A55ADA0129A}" type="presParOf" srcId="{405A605D-48F7-4AE2-9FA0-5BE85DD4E4E7}" destId="{B7B2655D-D799-4438-B6B1-EE5EC254B962}" srcOrd="6" destOrd="0" presId="urn:microsoft.com/office/officeart/2005/8/layout/radial6"/>
    <dgm:cxn modelId="{B445041A-62B5-4C45-A968-B4FCAB67A2BA}" type="presParOf" srcId="{405A605D-48F7-4AE2-9FA0-5BE85DD4E4E7}" destId="{C4227604-C361-4E75-BABF-185761E335A0}" srcOrd="7" destOrd="0" presId="urn:microsoft.com/office/officeart/2005/8/layout/radial6"/>
    <dgm:cxn modelId="{508CE452-5F2C-4364-B2B7-5508F72CEC4C}" type="presParOf" srcId="{405A605D-48F7-4AE2-9FA0-5BE85DD4E4E7}" destId="{5527BE26-CFE9-4452-845E-673B16E142B7}" srcOrd="8" destOrd="0" presId="urn:microsoft.com/office/officeart/2005/8/layout/radial6"/>
    <dgm:cxn modelId="{3BBD2EAA-7A5B-41D3-A5F7-FD9C6612DDA5}" type="presParOf" srcId="{405A605D-48F7-4AE2-9FA0-5BE85DD4E4E7}" destId="{874AF574-BC3B-43A8-BE80-B028FB12145E}" srcOrd="9" destOrd="0" presId="urn:microsoft.com/office/officeart/2005/8/layout/radial6"/>
    <dgm:cxn modelId="{CDCE21B7-CED1-472E-B8DA-53815D0C42E2}" type="presParOf" srcId="{405A605D-48F7-4AE2-9FA0-5BE85DD4E4E7}" destId="{F150E114-3E80-4DEC-826A-0C08EF828765}" srcOrd="10" destOrd="0" presId="urn:microsoft.com/office/officeart/2005/8/layout/radial6"/>
    <dgm:cxn modelId="{F97E9113-319F-49EE-9943-2372CD292162}" type="presParOf" srcId="{405A605D-48F7-4AE2-9FA0-5BE85DD4E4E7}" destId="{A8957C85-181E-4FC9-80E5-913DA2D01F54}" srcOrd="11" destOrd="0" presId="urn:microsoft.com/office/officeart/2005/8/layout/radial6"/>
    <dgm:cxn modelId="{3AA81DFC-FE6C-462B-9BD0-15D79B404880}" type="presParOf" srcId="{405A605D-48F7-4AE2-9FA0-5BE85DD4E4E7}" destId="{A614234E-9EAF-45C0-A0C4-4614F400E93A}" srcOrd="12" destOrd="0" presId="urn:microsoft.com/office/officeart/2005/8/layout/radial6"/>
    <dgm:cxn modelId="{E1FB2A0F-4469-4A2D-84A3-19CF21739DFD}" type="presParOf" srcId="{405A605D-48F7-4AE2-9FA0-5BE85DD4E4E7}" destId="{DCF8C3FD-2CE8-4990-9916-22D8852FE786}" srcOrd="13" destOrd="0" presId="urn:microsoft.com/office/officeart/2005/8/layout/radial6"/>
    <dgm:cxn modelId="{0A9035F4-F918-48F4-B5F5-BF08C1AB8BC1}" type="presParOf" srcId="{405A605D-48F7-4AE2-9FA0-5BE85DD4E4E7}" destId="{95AF8ABC-702F-4AB1-9EF8-1E589623355A}" srcOrd="14" destOrd="0" presId="urn:microsoft.com/office/officeart/2005/8/layout/radial6"/>
    <dgm:cxn modelId="{BD9BF2A5-BDA6-4092-A599-EA118A5493A2}" type="presParOf" srcId="{405A605D-48F7-4AE2-9FA0-5BE85DD4E4E7}" destId="{935AC049-3EAC-4839-8461-C7B11F1F6F80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AC049-3EAC-4839-8461-C7B11F1F6F80}">
      <dsp:nvSpPr>
        <dsp:cNvPr id="0" name=""/>
        <dsp:cNvSpPr/>
      </dsp:nvSpPr>
      <dsp:spPr>
        <a:xfrm>
          <a:off x="1535712" y="627073"/>
          <a:ext cx="4197699" cy="4197699"/>
        </a:xfrm>
        <a:prstGeom prst="blockArc">
          <a:avLst>
            <a:gd name="adj1" fmla="val 11877776"/>
            <a:gd name="adj2" fmla="val 16199313"/>
            <a:gd name="adj3" fmla="val 4636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4234E-9EAF-45C0-A0C4-4614F400E93A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rgbClr val="EEA73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AF574-BC3B-43A8-BE80-B028FB12145E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2655D-D799-4438-B6B1-EE5EC254B962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835EB-0A32-4C86-BB91-FE1771122A2F}">
      <dsp:nvSpPr>
        <dsp:cNvPr id="0" name=""/>
        <dsp:cNvSpPr/>
      </dsp:nvSpPr>
      <dsp:spPr>
        <a:xfrm>
          <a:off x="1534893" y="627073"/>
          <a:ext cx="4197699" cy="4197699"/>
        </a:xfrm>
        <a:prstGeom prst="blockArc">
          <a:avLst>
            <a:gd name="adj1" fmla="val 16200687"/>
            <a:gd name="adj2" fmla="val 20522224"/>
            <a:gd name="adj3" fmla="val 463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6B7ED-8C77-4B8E-ACD6-75D180EB0C09}">
      <dsp:nvSpPr>
        <dsp:cNvPr id="0" name=""/>
        <dsp:cNvSpPr/>
      </dsp:nvSpPr>
      <dsp:spPr>
        <a:xfrm>
          <a:off x="2668749" y="1716921"/>
          <a:ext cx="1930643" cy="1930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800" kern="1200" dirty="0"/>
        </a:p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800" kern="1200" dirty="0"/>
        </a:p>
      </dsp:txBody>
      <dsp:txXfrm>
        <a:off x="2951485" y="1999657"/>
        <a:ext cx="1365171" cy="1365171"/>
      </dsp:txXfrm>
    </dsp:sp>
    <dsp:sp modelId="{28206060-412D-4E11-8F6A-924C187B1125}">
      <dsp:nvSpPr>
        <dsp:cNvPr id="0" name=""/>
        <dsp:cNvSpPr/>
      </dsp:nvSpPr>
      <dsp:spPr>
        <a:xfrm>
          <a:off x="2958427" y="0"/>
          <a:ext cx="1351450" cy="13514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156342" y="197915"/>
        <a:ext cx="955620" cy="955620"/>
      </dsp:txXfrm>
    </dsp:sp>
    <dsp:sp modelId="{63BC9205-A5BA-42A2-8052-5B657B47D67A}">
      <dsp:nvSpPr>
        <dsp:cNvPr id="0" name=""/>
        <dsp:cNvSpPr/>
      </dsp:nvSpPr>
      <dsp:spPr>
        <a:xfrm>
          <a:off x="4908281" y="1417913"/>
          <a:ext cx="1351450" cy="13514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5106196" y="1615828"/>
        <a:ext cx="955620" cy="955620"/>
      </dsp:txXfrm>
    </dsp:sp>
    <dsp:sp modelId="{C4227604-C361-4E75-BABF-185761E335A0}">
      <dsp:nvSpPr>
        <dsp:cNvPr id="0" name=""/>
        <dsp:cNvSpPr/>
      </dsp:nvSpPr>
      <dsp:spPr>
        <a:xfrm>
          <a:off x="4163503" y="3710103"/>
          <a:ext cx="1351450" cy="13514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4361418" y="3908018"/>
        <a:ext cx="955620" cy="955620"/>
      </dsp:txXfrm>
    </dsp:sp>
    <dsp:sp modelId="{F150E114-3E80-4DEC-826A-0C08EF828765}">
      <dsp:nvSpPr>
        <dsp:cNvPr id="0" name=""/>
        <dsp:cNvSpPr/>
      </dsp:nvSpPr>
      <dsp:spPr>
        <a:xfrm>
          <a:off x="1753351" y="3710103"/>
          <a:ext cx="1351450" cy="1351450"/>
        </a:xfrm>
        <a:prstGeom prst="ellipse">
          <a:avLst/>
        </a:prstGeom>
        <a:solidFill>
          <a:srgbClr val="EEA73C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51266" y="3908018"/>
        <a:ext cx="955620" cy="955620"/>
      </dsp:txXfrm>
    </dsp:sp>
    <dsp:sp modelId="{DCF8C3FD-2CE8-4990-9916-22D8852FE786}">
      <dsp:nvSpPr>
        <dsp:cNvPr id="0" name=""/>
        <dsp:cNvSpPr/>
      </dsp:nvSpPr>
      <dsp:spPr>
        <a:xfrm>
          <a:off x="1008574" y="1417913"/>
          <a:ext cx="1351450" cy="135145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206489" y="1615828"/>
        <a:ext cx="955620" cy="9556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5AC049-3EAC-4839-8461-C7B11F1F6F80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4234E-9EAF-45C0-A0C4-4614F400E93A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rgbClr val="EEA73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4AF574-BC3B-43A8-BE80-B028FB12145E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2655D-D799-4438-B6B1-EE5EC254B962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835EB-0A32-4C86-BB91-FE1771122A2F}">
      <dsp:nvSpPr>
        <dsp:cNvPr id="0" name=""/>
        <dsp:cNvSpPr/>
      </dsp:nvSpPr>
      <dsp:spPr>
        <a:xfrm>
          <a:off x="1535303" y="628334"/>
          <a:ext cx="4197699" cy="4197699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6B7ED-8C77-4B8E-ACD6-75D180EB0C09}">
      <dsp:nvSpPr>
        <dsp:cNvPr id="0" name=""/>
        <dsp:cNvSpPr/>
      </dsp:nvSpPr>
      <dsp:spPr>
        <a:xfrm>
          <a:off x="2668749" y="1716921"/>
          <a:ext cx="1930643" cy="19306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800" kern="1200" dirty="0"/>
        </a:p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800" kern="1200" dirty="0"/>
        </a:p>
      </dsp:txBody>
      <dsp:txXfrm>
        <a:off x="2951485" y="1999657"/>
        <a:ext cx="1365171" cy="1365171"/>
      </dsp:txXfrm>
    </dsp:sp>
    <dsp:sp modelId="{28206060-412D-4E11-8F6A-924C187B1125}">
      <dsp:nvSpPr>
        <dsp:cNvPr id="0" name=""/>
        <dsp:cNvSpPr/>
      </dsp:nvSpPr>
      <dsp:spPr>
        <a:xfrm>
          <a:off x="2958427" y="1261"/>
          <a:ext cx="1351450" cy="13514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156342" y="199176"/>
        <a:ext cx="955620" cy="955620"/>
      </dsp:txXfrm>
    </dsp:sp>
    <dsp:sp modelId="{63BC9205-A5BA-42A2-8052-5B657B47D67A}">
      <dsp:nvSpPr>
        <dsp:cNvPr id="0" name=""/>
        <dsp:cNvSpPr/>
      </dsp:nvSpPr>
      <dsp:spPr>
        <a:xfrm>
          <a:off x="4908281" y="1417913"/>
          <a:ext cx="1351450" cy="13514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5106196" y="1615828"/>
        <a:ext cx="955620" cy="955620"/>
      </dsp:txXfrm>
    </dsp:sp>
    <dsp:sp modelId="{C4227604-C361-4E75-BABF-185761E335A0}">
      <dsp:nvSpPr>
        <dsp:cNvPr id="0" name=""/>
        <dsp:cNvSpPr/>
      </dsp:nvSpPr>
      <dsp:spPr>
        <a:xfrm>
          <a:off x="4163503" y="3710103"/>
          <a:ext cx="1351450" cy="13514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4361418" y="3908018"/>
        <a:ext cx="955620" cy="955620"/>
      </dsp:txXfrm>
    </dsp:sp>
    <dsp:sp modelId="{F150E114-3E80-4DEC-826A-0C08EF828765}">
      <dsp:nvSpPr>
        <dsp:cNvPr id="0" name=""/>
        <dsp:cNvSpPr/>
      </dsp:nvSpPr>
      <dsp:spPr>
        <a:xfrm>
          <a:off x="1753351" y="3710103"/>
          <a:ext cx="1351450" cy="1351450"/>
        </a:xfrm>
        <a:prstGeom prst="ellipse">
          <a:avLst/>
        </a:prstGeom>
        <a:solidFill>
          <a:srgbClr val="EEA73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951266" y="3908018"/>
        <a:ext cx="955620" cy="955620"/>
      </dsp:txXfrm>
    </dsp:sp>
    <dsp:sp modelId="{DCF8C3FD-2CE8-4990-9916-22D8852FE786}">
      <dsp:nvSpPr>
        <dsp:cNvPr id="0" name=""/>
        <dsp:cNvSpPr/>
      </dsp:nvSpPr>
      <dsp:spPr>
        <a:xfrm>
          <a:off x="1008574" y="1417913"/>
          <a:ext cx="1351450" cy="135145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206489" y="1615828"/>
        <a:ext cx="955620" cy="955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770C1-B238-402E-89AF-4EF2A8FB722A}" type="datetimeFigureOut">
              <a:rPr lang="en-US"/>
              <a:t>10/22/2020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D6E2-6B60-4640-B787-D53E5AF1AB3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6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14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66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9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96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21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23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04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17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34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3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96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64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93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4D6E2-6B60-4640-B787-D53E5AF1AB3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829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99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4D6E2-6B60-4640-B787-D53E5AF1AB3E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7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1EB9317-ED95-B64A-B68A-07A69D0FBE33}"/>
              </a:ext>
            </a:extLst>
          </p:cNvPr>
          <p:cNvGrpSpPr/>
          <p:nvPr userDrawn="1"/>
        </p:nvGrpSpPr>
        <p:grpSpPr>
          <a:xfrm>
            <a:off x="-1" y="0"/>
            <a:ext cx="12192001" cy="6897236"/>
            <a:chOff x="0" y="-41033"/>
            <a:chExt cx="12192001" cy="68990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5F2822-BC72-8243-8F63-43EB77D27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81622"/>
              <a:ext cx="9296400" cy="637637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E01982-8040-0B47-BF9E-A944AA0D9EBA}"/>
                </a:ext>
              </a:extLst>
            </p:cNvPr>
            <p:cNvSpPr/>
            <p:nvPr/>
          </p:nvSpPr>
          <p:spPr>
            <a:xfrm>
              <a:off x="6248400" y="2895600"/>
              <a:ext cx="5943600" cy="3962399"/>
            </a:xfrm>
            <a:prstGeom prst="rect">
              <a:avLst/>
            </a:prstGeom>
            <a:solidFill>
              <a:srgbClr val="4238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89DE1A7-70DF-6841-BF4F-9FE80330AC50}"/>
                </a:ext>
              </a:extLst>
            </p:cNvPr>
            <p:cNvSpPr/>
            <p:nvPr/>
          </p:nvSpPr>
          <p:spPr>
            <a:xfrm>
              <a:off x="4876800" y="-41033"/>
              <a:ext cx="7315201" cy="3962399"/>
            </a:xfrm>
            <a:prstGeom prst="rect">
              <a:avLst/>
            </a:prstGeom>
            <a:solidFill>
              <a:srgbClr val="4238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77FB4E7-B550-584C-A126-878B46063654}"/>
                </a:ext>
              </a:extLst>
            </p:cNvPr>
            <p:cNvSpPr/>
            <p:nvPr/>
          </p:nvSpPr>
          <p:spPr>
            <a:xfrm>
              <a:off x="0" y="-41033"/>
              <a:ext cx="10071371" cy="1031634"/>
            </a:xfrm>
            <a:prstGeom prst="rect">
              <a:avLst/>
            </a:prstGeom>
            <a:solidFill>
              <a:srgbClr val="4238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122CD15-3ED4-7546-9EB4-9F5ECE2A72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3340792"/>
            <a:ext cx="4114800" cy="58044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F3D8047-CA3F-0A46-A685-B5395A5A3CEC}"/>
              </a:ext>
            </a:extLst>
          </p:cNvPr>
          <p:cNvSpPr txBox="1">
            <a:spLocks/>
          </p:cNvSpPr>
          <p:nvPr userDrawn="1"/>
        </p:nvSpPr>
        <p:spPr>
          <a:xfrm>
            <a:off x="10771839" y="7092055"/>
            <a:ext cx="3254393" cy="515890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SALES TEMPLATE | DISCO</a:t>
            </a:r>
            <a:endParaRPr lang="en-US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9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537B2E-9D23-E744-B266-8CFEB7C84D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869" y="2660246"/>
            <a:ext cx="348262" cy="34298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D5D0DC-CCCF-B14F-9A60-D9FB6909F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4715" y="3425825"/>
            <a:ext cx="6877318" cy="97155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494" marR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marL="609494" marR="0" lvl="1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PLACEHOLDER FOR DIVIDER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36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/gener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9C1C9D-68A4-5543-9820-39FCCB84F0D0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43BD24F2-E0E6-DA46-A6D9-D565FE3D9E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81DDFFB-6761-CD4F-8B63-2B4FA0D468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663" y="971550"/>
            <a:ext cx="11342687" cy="538321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here Verdana size 16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2873832-E11E-7742-8284-43AC7D309D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173608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ang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angle 4">
            <a:extLst>
              <a:ext uri="{FF2B5EF4-FFF2-40B4-BE49-F238E27FC236}">
                <a16:creationId xmlns:a16="http://schemas.microsoft.com/office/drawing/2014/main" id="{BE53836A-16EC-BE4C-94BA-9D465A178D5D}"/>
              </a:ext>
            </a:extLst>
          </p:cNvPr>
          <p:cNvSpPr/>
          <p:nvPr userDrawn="1"/>
        </p:nvSpPr>
        <p:spPr>
          <a:xfrm rot="10800000">
            <a:off x="1739312" y="2008682"/>
            <a:ext cx="3973427" cy="3417758"/>
          </a:xfrm>
          <a:prstGeom prst="triangl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6BA2FFB2-6D72-8441-B6EE-33E6385B937F}"/>
              </a:ext>
            </a:extLst>
          </p:cNvPr>
          <p:cNvSpPr/>
          <p:nvPr userDrawn="1"/>
        </p:nvSpPr>
        <p:spPr>
          <a:xfrm>
            <a:off x="4155856" y="1996190"/>
            <a:ext cx="3973427" cy="3417758"/>
          </a:xfrm>
          <a:prstGeom prst="triangl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C75AD1C-A3F9-2544-A715-A139152A6852}"/>
              </a:ext>
            </a:extLst>
          </p:cNvPr>
          <p:cNvSpPr/>
          <p:nvPr userDrawn="1"/>
        </p:nvSpPr>
        <p:spPr>
          <a:xfrm rot="10800000">
            <a:off x="6569883" y="2011181"/>
            <a:ext cx="3973427" cy="3417758"/>
          </a:xfrm>
          <a:prstGeom prst="triangl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E02DE3-3614-A946-8D11-871695D48531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D2D70312-77F0-2948-8D1D-EB9FC52E98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7D35BBE-223C-7545-97E1-4899EF14C4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746A063-656A-DD40-BCEE-A677CDDBB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663" y="971550"/>
            <a:ext cx="11342687" cy="538321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here (</a:t>
            </a:r>
            <a:r>
              <a:rPr lang="en-US" dirty="0" err="1"/>
              <a:t>verdana</a:t>
            </a:r>
            <a:r>
              <a:rPr lang="en-US" dirty="0"/>
              <a:t>, size 16)</a:t>
            </a:r>
          </a:p>
        </p:txBody>
      </p:sp>
    </p:spTree>
    <p:extLst>
      <p:ext uri="{BB962C8B-B14F-4D97-AF65-F5344CB8AC3E}">
        <p14:creationId xmlns:p14="http://schemas.microsoft.com/office/powerpoint/2010/main" val="44410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A1F8B7-9516-E44C-9927-6CD72573F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6733" y="1120097"/>
            <a:ext cx="348353" cy="342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0B6B3F-5B94-9D42-96A7-5619E3A9FFDA}"/>
              </a:ext>
            </a:extLst>
          </p:cNvPr>
          <p:cNvSpPr txBox="1"/>
          <p:nvPr userDrawn="1"/>
        </p:nvSpPr>
        <p:spPr>
          <a:xfrm>
            <a:off x="2084175" y="1535742"/>
            <a:ext cx="203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  <p:pic>
        <p:nvPicPr>
          <p:cNvPr id="12" name="Picture Placeholder 15" descr="A computer sitting on top of a table&#10;&#10;Description automatically generated">
            <a:extLst>
              <a:ext uri="{FF2B5EF4-FFF2-40B4-BE49-F238E27FC236}">
                <a16:creationId xmlns:a16="http://schemas.microsoft.com/office/drawing/2014/main" id="{C44AB8C4-B0F1-5547-8C9B-6D23A21C99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1"/>
            <a:ext cx="609600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F2AE8F8-6264-8348-A58C-A1AC7FB33A6A}"/>
              </a:ext>
            </a:extLst>
          </p:cNvPr>
          <p:cNvSpPr/>
          <p:nvPr userDrawn="1"/>
        </p:nvSpPr>
        <p:spPr>
          <a:xfrm>
            <a:off x="6102586" y="0"/>
            <a:ext cx="6089414" cy="6858000"/>
          </a:xfrm>
          <a:prstGeom prst="rect">
            <a:avLst/>
          </a:prstGeom>
          <a:solidFill>
            <a:srgbClr val="423862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0408-9BE8-9249-8A65-9124CA91E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3002" y="2743201"/>
            <a:ext cx="3252788" cy="361156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494" indent="0">
              <a:buClr>
                <a:srgbClr val="EEA73C"/>
              </a:buClr>
              <a:buFont typeface="Arial" panose="020B0604020202020204" pitchFamily="34" charset="0"/>
              <a:buNone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504736" indent="-285750">
              <a:buClr>
                <a:srgbClr val="EEA73C"/>
              </a:buClr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828480" indent="0">
              <a:buClr>
                <a:srgbClr val="EEA73C"/>
              </a:buClr>
              <a:buFont typeface="Arial" panose="020B0604020202020204" pitchFamily="34" charset="0"/>
              <a:buNone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437973" indent="0">
              <a:buClr>
                <a:srgbClr val="EEA73C"/>
              </a:buClr>
              <a:buFont typeface="Arial" panose="020B0604020202020204" pitchFamily="34" charset="0"/>
              <a:buNone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Add agenda items here in Verdana size 16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95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3708400" cy="68537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 title="Decorative"/>
          <p:cNvSpPr/>
          <p:nvPr userDrawn="1"/>
        </p:nvSpPr>
        <p:spPr>
          <a:xfrm>
            <a:off x="3708401" y="0"/>
            <a:ext cx="4775200" cy="6858000"/>
          </a:xfrm>
          <a:prstGeom prst="rect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2922" y="936982"/>
            <a:ext cx="3686159" cy="4903748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algn="ctr"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Quote or text here in </a:t>
            </a:r>
            <a:r>
              <a:rPr lang="en-US" dirty="0" err="1"/>
              <a:t>verdana</a:t>
            </a:r>
            <a:r>
              <a:rPr lang="en-US" dirty="0"/>
              <a:t> size 16</a:t>
            </a:r>
          </a:p>
        </p:txBody>
      </p:sp>
      <p:sp>
        <p:nvSpPr>
          <p:cNvPr id="12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83600" y="0"/>
            <a:ext cx="3708400" cy="68537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46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049C8E6-7AA1-4B7D-8A52-9EFDEDC781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038599" y="995964"/>
            <a:ext cx="3857171" cy="169002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3AECCD-955D-3945-8273-B8ED679525C9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2A303B5D-3623-C54E-BBC6-A7BB4428D1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CFB8B1A-E7A3-3D48-BE82-D20C2E160255}"/>
              </a:ext>
            </a:extLst>
          </p:cNvPr>
          <p:cNvGrpSpPr/>
          <p:nvPr userDrawn="1"/>
        </p:nvGrpSpPr>
        <p:grpSpPr>
          <a:xfrm>
            <a:off x="2326579" y="1576463"/>
            <a:ext cx="7866272" cy="4228242"/>
            <a:chOff x="4553744" y="4905599"/>
            <a:chExt cx="3538537" cy="18889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F5347E-BC97-024C-B82D-352EB76D622D}"/>
                </a:ext>
              </a:extLst>
            </p:cNvPr>
            <p:cNvSpPr/>
            <p:nvPr/>
          </p:nvSpPr>
          <p:spPr>
            <a:xfrm>
              <a:off x="5942012" y="6032500"/>
              <a:ext cx="762000" cy="762000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C7EB749-3982-6E46-B564-A2A5D8A701A2}"/>
                </a:ext>
              </a:extLst>
            </p:cNvPr>
            <p:cNvSpPr/>
            <p:nvPr/>
          </p:nvSpPr>
          <p:spPr>
            <a:xfrm>
              <a:off x="7416800" y="5991225"/>
              <a:ext cx="644525" cy="644525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E836AB5-40C5-BB40-A52C-E8789B2ED60B}"/>
                </a:ext>
              </a:extLst>
            </p:cNvPr>
            <p:cNvSpPr/>
            <p:nvPr/>
          </p:nvSpPr>
          <p:spPr>
            <a:xfrm>
              <a:off x="4584700" y="5991225"/>
              <a:ext cx="644525" cy="644525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EA3BB62-33FF-3040-B69B-B2CE014D5D40}"/>
                </a:ext>
              </a:extLst>
            </p:cNvPr>
            <p:cNvSpPr/>
            <p:nvPr/>
          </p:nvSpPr>
          <p:spPr>
            <a:xfrm>
              <a:off x="4553744" y="5392737"/>
              <a:ext cx="404813" cy="404813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050C5F8-7105-AF40-97E8-4688487BF1DF}"/>
                </a:ext>
              </a:extLst>
            </p:cNvPr>
            <p:cNvSpPr/>
            <p:nvPr/>
          </p:nvSpPr>
          <p:spPr>
            <a:xfrm>
              <a:off x="7687468" y="5392737"/>
              <a:ext cx="404813" cy="404813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1341BE-5DAD-5C42-AB4E-D7DB4AF553E0}"/>
                </a:ext>
              </a:extLst>
            </p:cNvPr>
            <p:cNvSpPr/>
            <p:nvPr/>
          </p:nvSpPr>
          <p:spPr>
            <a:xfrm>
              <a:off x="6001809" y="4905599"/>
              <a:ext cx="669386" cy="669386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2951CBC-A29E-0C44-BF8A-E02F9788E1FA}"/>
                </a:ext>
              </a:extLst>
            </p:cNvPr>
            <p:cNvCxnSpPr/>
            <p:nvPr/>
          </p:nvCxnSpPr>
          <p:spPr>
            <a:xfrm>
              <a:off x="6323012" y="5631454"/>
              <a:ext cx="0" cy="383532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D7539CD-3244-4B4F-9A3C-58D4066604A9}"/>
                </a:ext>
              </a:extLst>
            </p:cNvPr>
            <p:cNvGrpSpPr/>
            <p:nvPr/>
          </p:nvGrpSpPr>
          <p:grpSpPr>
            <a:xfrm>
              <a:off x="4998109" y="5264150"/>
              <a:ext cx="2649807" cy="357712"/>
              <a:chOff x="4994005" y="5264150"/>
              <a:chExt cx="2649807" cy="357712"/>
            </a:xfrm>
          </p:grpSpPr>
          <p:cxnSp>
            <p:nvCxnSpPr>
              <p:cNvPr id="29" name="Elbow Connector 28">
                <a:extLst>
                  <a:ext uri="{FF2B5EF4-FFF2-40B4-BE49-F238E27FC236}">
                    <a16:creationId xmlns:a16="http://schemas.microsoft.com/office/drawing/2014/main" id="{C117E578-A844-DF48-B21C-9007E4E767E4}"/>
                  </a:ext>
                </a:extLst>
              </p:cNvPr>
              <p:cNvCxnSpPr/>
              <p:nvPr/>
            </p:nvCxnSpPr>
            <p:spPr>
              <a:xfrm>
                <a:off x="66831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29">
                <a:extLst>
                  <a:ext uri="{FF2B5EF4-FFF2-40B4-BE49-F238E27FC236}">
                    <a16:creationId xmlns:a16="http://schemas.microsoft.com/office/drawing/2014/main" id="{EF7EC6CC-9B3A-AF41-8FB2-28C73AFE0BF7}"/>
                  </a:ext>
                </a:extLst>
              </p:cNvPr>
              <p:cNvCxnSpPr/>
              <p:nvPr/>
            </p:nvCxnSpPr>
            <p:spPr>
              <a:xfrm flipV="1">
                <a:off x="49940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B822880-5112-E544-82E0-F393001A74F9}"/>
                </a:ext>
              </a:extLst>
            </p:cNvPr>
            <p:cNvGrpSpPr/>
            <p:nvPr/>
          </p:nvGrpSpPr>
          <p:grpSpPr>
            <a:xfrm>
              <a:off x="5228051" y="5526996"/>
              <a:ext cx="2189923" cy="950004"/>
              <a:chOff x="4994005" y="5264150"/>
              <a:chExt cx="2649807" cy="357712"/>
            </a:xfrm>
          </p:grpSpPr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D743FDDA-0A9A-5944-8F1B-DF1283290B7E}"/>
                  </a:ext>
                </a:extLst>
              </p:cNvPr>
              <p:cNvCxnSpPr/>
              <p:nvPr/>
            </p:nvCxnSpPr>
            <p:spPr>
              <a:xfrm>
                <a:off x="66831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AF0008AF-112D-984C-9F67-7B0A32FBA7D7}"/>
                  </a:ext>
                </a:extLst>
              </p:cNvPr>
              <p:cNvCxnSpPr/>
              <p:nvPr/>
            </p:nvCxnSpPr>
            <p:spPr>
              <a:xfrm flipV="1">
                <a:off x="49940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C0816568-E783-8C46-AADE-B2D04885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330072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onsive Device Mock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9F6AA770-A389-4F7B-8622-0094FECC2F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153" y="2223300"/>
            <a:ext cx="4813938" cy="2855526"/>
          </a:xfrm>
          <a:prstGeom prst="rect">
            <a:avLst/>
          </a:prstGeom>
        </p:spPr>
      </p:pic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4F7C834-C061-4565-9DCD-4047790902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3120" y="2451538"/>
            <a:ext cx="3666438" cy="2226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AA5A39-1949-4685-AE11-AF48FA8B52C1}"/>
              </a:ext>
            </a:extLst>
          </p:cNvPr>
          <p:cNvSpPr/>
          <p:nvPr userDrawn="1"/>
        </p:nvSpPr>
        <p:spPr>
          <a:xfrm>
            <a:off x="709785" y="3219760"/>
            <a:ext cx="879676" cy="184965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ABE9EF-F5A9-42A0-8811-806E127750FC}"/>
              </a:ext>
            </a:extLst>
          </p:cNvPr>
          <p:cNvGrpSpPr/>
          <p:nvPr userDrawn="1"/>
        </p:nvGrpSpPr>
        <p:grpSpPr>
          <a:xfrm>
            <a:off x="695723" y="3212976"/>
            <a:ext cx="903047" cy="1865850"/>
            <a:chOff x="8119010" y="985720"/>
            <a:chExt cx="2323816" cy="4802652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492BE83-FF7F-4D92-9E72-89ACC87CA9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9010" y="985720"/>
              <a:ext cx="2323816" cy="4802652"/>
            </a:xfrm>
            <a:custGeom>
              <a:avLst/>
              <a:gdLst>
                <a:gd name="T0" fmla="*/ 1901 w 2166"/>
                <a:gd name="T1" fmla="*/ 4492 h 4492"/>
                <a:gd name="T2" fmla="*/ 265 w 2166"/>
                <a:gd name="T3" fmla="*/ 4492 h 4492"/>
                <a:gd name="T4" fmla="*/ 0 w 2166"/>
                <a:gd name="T5" fmla="*/ 4226 h 4492"/>
                <a:gd name="T6" fmla="*/ 0 w 2166"/>
                <a:gd name="T7" fmla="*/ 266 h 4492"/>
                <a:gd name="T8" fmla="*/ 265 w 2166"/>
                <a:gd name="T9" fmla="*/ 0 h 4492"/>
                <a:gd name="T10" fmla="*/ 1901 w 2166"/>
                <a:gd name="T11" fmla="*/ 0 h 4492"/>
                <a:gd name="T12" fmla="*/ 2166 w 2166"/>
                <a:gd name="T13" fmla="*/ 266 h 4492"/>
                <a:gd name="T14" fmla="*/ 2166 w 2166"/>
                <a:gd name="T15" fmla="*/ 4226 h 4492"/>
                <a:gd name="T16" fmla="*/ 1901 w 2166"/>
                <a:gd name="T17" fmla="*/ 4492 h 4492"/>
                <a:gd name="T18" fmla="*/ 265 w 2166"/>
                <a:gd name="T19" fmla="*/ 32 h 4492"/>
                <a:gd name="T20" fmla="*/ 32 w 2166"/>
                <a:gd name="T21" fmla="*/ 266 h 4492"/>
                <a:gd name="T22" fmla="*/ 32 w 2166"/>
                <a:gd name="T23" fmla="*/ 4226 h 4492"/>
                <a:gd name="T24" fmla="*/ 265 w 2166"/>
                <a:gd name="T25" fmla="*/ 4460 h 4492"/>
                <a:gd name="T26" fmla="*/ 1901 w 2166"/>
                <a:gd name="T27" fmla="*/ 4460 h 4492"/>
                <a:gd name="T28" fmla="*/ 2134 w 2166"/>
                <a:gd name="T29" fmla="*/ 4226 h 4492"/>
                <a:gd name="T30" fmla="*/ 2134 w 2166"/>
                <a:gd name="T31" fmla="*/ 266 h 4492"/>
                <a:gd name="T32" fmla="*/ 1901 w 2166"/>
                <a:gd name="T33" fmla="*/ 32 h 4492"/>
                <a:gd name="T34" fmla="*/ 265 w 2166"/>
                <a:gd name="T35" fmla="*/ 32 h 4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66" h="4492">
                  <a:moveTo>
                    <a:pt x="1901" y="4492"/>
                  </a:moveTo>
                  <a:cubicBezTo>
                    <a:pt x="265" y="4492"/>
                    <a:pt x="265" y="4492"/>
                    <a:pt x="265" y="4492"/>
                  </a:cubicBezTo>
                  <a:cubicBezTo>
                    <a:pt x="119" y="4492"/>
                    <a:pt x="0" y="4373"/>
                    <a:pt x="0" y="422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119"/>
                    <a:pt x="119" y="0"/>
                    <a:pt x="265" y="0"/>
                  </a:cubicBezTo>
                  <a:cubicBezTo>
                    <a:pt x="1901" y="0"/>
                    <a:pt x="1901" y="0"/>
                    <a:pt x="1901" y="0"/>
                  </a:cubicBezTo>
                  <a:cubicBezTo>
                    <a:pt x="2047" y="0"/>
                    <a:pt x="2166" y="119"/>
                    <a:pt x="2166" y="266"/>
                  </a:cubicBezTo>
                  <a:cubicBezTo>
                    <a:pt x="2166" y="4226"/>
                    <a:pt x="2166" y="4226"/>
                    <a:pt x="2166" y="4226"/>
                  </a:cubicBezTo>
                  <a:cubicBezTo>
                    <a:pt x="2166" y="4373"/>
                    <a:pt x="2047" y="4492"/>
                    <a:pt x="1901" y="4492"/>
                  </a:cubicBezTo>
                  <a:close/>
                  <a:moveTo>
                    <a:pt x="265" y="32"/>
                  </a:moveTo>
                  <a:cubicBezTo>
                    <a:pt x="136" y="32"/>
                    <a:pt x="32" y="137"/>
                    <a:pt x="32" y="266"/>
                  </a:cubicBezTo>
                  <a:cubicBezTo>
                    <a:pt x="32" y="4226"/>
                    <a:pt x="32" y="4226"/>
                    <a:pt x="32" y="4226"/>
                  </a:cubicBezTo>
                  <a:cubicBezTo>
                    <a:pt x="32" y="4355"/>
                    <a:pt x="136" y="4460"/>
                    <a:pt x="265" y="4460"/>
                  </a:cubicBezTo>
                  <a:cubicBezTo>
                    <a:pt x="1901" y="4460"/>
                    <a:pt x="1901" y="4460"/>
                    <a:pt x="1901" y="4460"/>
                  </a:cubicBezTo>
                  <a:cubicBezTo>
                    <a:pt x="2030" y="4460"/>
                    <a:pt x="2134" y="4355"/>
                    <a:pt x="2134" y="4226"/>
                  </a:cubicBezTo>
                  <a:cubicBezTo>
                    <a:pt x="2134" y="266"/>
                    <a:pt x="2134" y="266"/>
                    <a:pt x="2134" y="266"/>
                  </a:cubicBezTo>
                  <a:cubicBezTo>
                    <a:pt x="2134" y="137"/>
                    <a:pt x="2030" y="32"/>
                    <a:pt x="1901" y="32"/>
                  </a:cubicBezTo>
                  <a:lnTo>
                    <a:pt x="265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D6BA0EA-FB70-4ACD-9515-3CECCA0444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42398" y="1556786"/>
              <a:ext cx="2077039" cy="3659728"/>
            </a:xfrm>
            <a:custGeom>
              <a:avLst/>
              <a:gdLst>
                <a:gd name="T0" fmla="*/ 1920 w 1936"/>
                <a:gd name="T1" fmla="*/ 3423 h 3423"/>
                <a:gd name="T2" fmla="*/ 16 w 1936"/>
                <a:gd name="T3" fmla="*/ 3423 h 3423"/>
                <a:gd name="T4" fmla="*/ 0 w 1936"/>
                <a:gd name="T5" fmla="*/ 3407 h 3423"/>
                <a:gd name="T6" fmla="*/ 0 w 1936"/>
                <a:gd name="T7" fmla="*/ 16 h 3423"/>
                <a:gd name="T8" fmla="*/ 16 w 1936"/>
                <a:gd name="T9" fmla="*/ 0 h 3423"/>
                <a:gd name="T10" fmla="*/ 1920 w 1936"/>
                <a:gd name="T11" fmla="*/ 0 h 3423"/>
                <a:gd name="T12" fmla="*/ 1936 w 1936"/>
                <a:gd name="T13" fmla="*/ 16 h 3423"/>
                <a:gd name="T14" fmla="*/ 1936 w 1936"/>
                <a:gd name="T15" fmla="*/ 3407 h 3423"/>
                <a:gd name="T16" fmla="*/ 1920 w 1936"/>
                <a:gd name="T17" fmla="*/ 3423 h 3423"/>
                <a:gd name="T18" fmla="*/ 32 w 1936"/>
                <a:gd name="T19" fmla="*/ 3391 h 3423"/>
                <a:gd name="T20" fmla="*/ 1904 w 1936"/>
                <a:gd name="T21" fmla="*/ 3391 h 3423"/>
                <a:gd name="T22" fmla="*/ 1904 w 1936"/>
                <a:gd name="T23" fmla="*/ 32 h 3423"/>
                <a:gd name="T24" fmla="*/ 32 w 1936"/>
                <a:gd name="T25" fmla="*/ 32 h 3423"/>
                <a:gd name="T26" fmla="*/ 32 w 1936"/>
                <a:gd name="T27" fmla="*/ 3391 h 3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36" h="3423">
                  <a:moveTo>
                    <a:pt x="1920" y="3423"/>
                  </a:moveTo>
                  <a:cubicBezTo>
                    <a:pt x="16" y="3423"/>
                    <a:pt x="16" y="3423"/>
                    <a:pt x="16" y="3423"/>
                  </a:cubicBezTo>
                  <a:cubicBezTo>
                    <a:pt x="7" y="3423"/>
                    <a:pt x="0" y="3416"/>
                    <a:pt x="0" y="340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920" y="0"/>
                    <a:pt x="1920" y="0"/>
                    <a:pt x="1920" y="0"/>
                  </a:cubicBezTo>
                  <a:cubicBezTo>
                    <a:pt x="1929" y="0"/>
                    <a:pt x="1936" y="7"/>
                    <a:pt x="1936" y="16"/>
                  </a:cubicBezTo>
                  <a:cubicBezTo>
                    <a:pt x="1936" y="3407"/>
                    <a:pt x="1936" y="3407"/>
                    <a:pt x="1936" y="3407"/>
                  </a:cubicBezTo>
                  <a:cubicBezTo>
                    <a:pt x="1936" y="3416"/>
                    <a:pt x="1929" y="3423"/>
                    <a:pt x="1920" y="3423"/>
                  </a:cubicBezTo>
                  <a:close/>
                  <a:moveTo>
                    <a:pt x="32" y="3391"/>
                  </a:moveTo>
                  <a:cubicBezTo>
                    <a:pt x="1904" y="3391"/>
                    <a:pt x="1904" y="3391"/>
                    <a:pt x="1904" y="3391"/>
                  </a:cubicBezTo>
                  <a:cubicBezTo>
                    <a:pt x="1904" y="32"/>
                    <a:pt x="1904" y="32"/>
                    <a:pt x="1904" y="32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33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ED5AEA57-83DA-4E77-8C32-CDA59D014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30977" y="1219841"/>
              <a:ext cx="499881" cy="121016"/>
            </a:xfrm>
            <a:custGeom>
              <a:avLst/>
              <a:gdLst>
                <a:gd name="T0" fmla="*/ 410 w 466"/>
                <a:gd name="T1" fmla="*/ 113 h 113"/>
                <a:gd name="T2" fmla="*/ 56 w 466"/>
                <a:gd name="T3" fmla="*/ 113 h 113"/>
                <a:gd name="T4" fmla="*/ 0 w 466"/>
                <a:gd name="T5" fmla="*/ 57 h 113"/>
                <a:gd name="T6" fmla="*/ 0 w 466"/>
                <a:gd name="T7" fmla="*/ 56 h 113"/>
                <a:gd name="T8" fmla="*/ 56 w 466"/>
                <a:gd name="T9" fmla="*/ 0 h 113"/>
                <a:gd name="T10" fmla="*/ 410 w 466"/>
                <a:gd name="T11" fmla="*/ 0 h 113"/>
                <a:gd name="T12" fmla="*/ 466 w 466"/>
                <a:gd name="T13" fmla="*/ 56 h 113"/>
                <a:gd name="T14" fmla="*/ 466 w 466"/>
                <a:gd name="T15" fmla="*/ 57 h 113"/>
                <a:gd name="T16" fmla="*/ 410 w 466"/>
                <a:gd name="T17" fmla="*/ 113 h 113"/>
                <a:gd name="T18" fmla="*/ 56 w 466"/>
                <a:gd name="T19" fmla="*/ 32 h 113"/>
                <a:gd name="T20" fmla="*/ 32 w 466"/>
                <a:gd name="T21" fmla="*/ 56 h 113"/>
                <a:gd name="T22" fmla="*/ 32 w 466"/>
                <a:gd name="T23" fmla="*/ 57 h 113"/>
                <a:gd name="T24" fmla="*/ 56 w 466"/>
                <a:gd name="T25" fmla="*/ 81 h 113"/>
                <a:gd name="T26" fmla="*/ 410 w 466"/>
                <a:gd name="T27" fmla="*/ 81 h 113"/>
                <a:gd name="T28" fmla="*/ 434 w 466"/>
                <a:gd name="T29" fmla="*/ 57 h 113"/>
                <a:gd name="T30" fmla="*/ 434 w 466"/>
                <a:gd name="T31" fmla="*/ 56 h 113"/>
                <a:gd name="T32" fmla="*/ 410 w 466"/>
                <a:gd name="T33" fmla="*/ 32 h 113"/>
                <a:gd name="T34" fmla="*/ 56 w 466"/>
                <a:gd name="T35" fmla="*/ 3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6" h="113">
                  <a:moveTo>
                    <a:pt x="410" y="113"/>
                  </a:moveTo>
                  <a:cubicBezTo>
                    <a:pt x="56" y="113"/>
                    <a:pt x="56" y="113"/>
                    <a:pt x="56" y="113"/>
                  </a:cubicBezTo>
                  <a:cubicBezTo>
                    <a:pt x="25" y="113"/>
                    <a:pt x="0" y="88"/>
                    <a:pt x="0" y="5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41" y="0"/>
                    <a:pt x="466" y="25"/>
                    <a:pt x="466" y="56"/>
                  </a:cubicBezTo>
                  <a:cubicBezTo>
                    <a:pt x="466" y="57"/>
                    <a:pt x="466" y="57"/>
                    <a:pt x="466" y="57"/>
                  </a:cubicBezTo>
                  <a:cubicBezTo>
                    <a:pt x="466" y="88"/>
                    <a:pt x="441" y="113"/>
                    <a:pt x="410" y="113"/>
                  </a:cubicBezTo>
                  <a:close/>
                  <a:moveTo>
                    <a:pt x="56" y="32"/>
                  </a:moveTo>
                  <a:cubicBezTo>
                    <a:pt x="43" y="32"/>
                    <a:pt x="32" y="43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70"/>
                    <a:pt x="43" y="81"/>
                    <a:pt x="56" y="81"/>
                  </a:cubicBezTo>
                  <a:cubicBezTo>
                    <a:pt x="410" y="81"/>
                    <a:pt x="410" y="81"/>
                    <a:pt x="410" y="81"/>
                  </a:cubicBezTo>
                  <a:cubicBezTo>
                    <a:pt x="423" y="81"/>
                    <a:pt x="434" y="70"/>
                    <a:pt x="434" y="57"/>
                  </a:cubicBezTo>
                  <a:cubicBezTo>
                    <a:pt x="434" y="56"/>
                    <a:pt x="434" y="56"/>
                    <a:pt x="434" y="56"/>
                  </a:cubicBezTo>
                  <a:cubicBezTo>
                    <a:pt x="434" y="43"/>
                    <a:pt x="423" y="32"/>
                    <a:pt x="410" y="32"/>
                  </a:cubicBezTo>
                  <a:lnTo>
                    <a:pt x="5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0621DF8F-BF5D-45B1-BAE9-A9851FFA8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27023" y="5308265"/>
              <a:ext cx="508582" cy="336154"/>
            </a:xfrm>
            <a:custGeom>
              <a:avLst/>
              <a:gdLst>
                <a:gd name="T0" fmla="*/ 399 w 474"/>
                <a:gd name="T1" fmla="*/ 314 h 314"/>
                <a:gd name="T2" fmla="*/ 75 w 474"/>
                <a:gd name="T3" fmla="*/ 314 h 314"/>
                <a:gd name="T4" fmla="*/ 0 w 474"/>
                <a:gd name="T5" fmla="*/ 240 h 314"/>
                <a:gd name="T6" fmla="*/ 0 w 474"/>
                <a:gd name="T7" fmla="*/ 74 h 314"/>
                <a:gd name="T8" fmla="*/ 75 w 474"/>
                <a:gd name="T9" fmla="*/ 0 h 314"/>
                <a:gd name="T10" fmla="*/ 399 w 474"/>
                <a:gd name="T11" fmla="*/ 0 h 314"/>
                <a:gd name="T12" fmla="*/ 474 w 474"/>
                <a:gd name="T13" fmla="*/ 74 h 314"/>
                <a:gd name="T14" fmla="*/ 474 w 474"/>
                <a:gd name="T15" fmla="*/ 240 h 314"/>
                <a:gd name="T16" fmla="*/ 399 w 474"/>
                <a:gd name="T17" fmla="*/ 314 h 314"/>
                <a:gd name="T18" fmla="*/ 75 w 474"/>
                <a:gd name="T19" fmla="*/ 24 h 314"/>
                <a:gd name="T20" fmla="*/ 25 w 474"/>
                <a:gd name="T21" fmla="*/ 74 h 314"/>
                <a:gd name="T22" fmla="*/ 25 w 474"/>
                <a:gd name="T23" fmla="*/ 240 h 314"/>
                <a:gd name="T24" fmla="*/ 75 w 474"/>
                <a:gd name="T25" fmla="*/ 290 h 314"/>
                <a:gd name="T26" fmla="*/ 399 w 474"/>
                <a:gd name="T27" fmla="*/ 290 h 314"/>
                <a:gd name="T28" fmla="*/ 449 w 474"/>
                <a:gd name="T29" fmla="*/ 240 h 314"/>
                <a:gd name="T30" fmla="*/ 449 w 474"/>
                <a:gd name="T31" fmla="*/ 74 h 314"/>
                <a:gd name="T32" fmla="*/ 399 w 474"/>
                <a:gd name="T33" fmla="*/ 24 h 314"/>
                <a:gd name="T34" fmla="*/ 75 w 474"/>
                <a:gd name="T35" fmla="*/ 2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4" h="314">
                  <a:moveTo>
                    <a:pt x="399" y="314"/>
                  </a:moveTo>
                  <a:cubicBezTo>
                    <a:pt x="75" y="314"/>
                    <a:pt x="75" y="314"/>
                    <a:pt x="75" y="314"/>
                  </a:cubicBezTo>
                  <a:cubicBezTo>
                    <a:pt x="34" y="314"/>
                    <a:pt x="0" y="281"/>
                    <a:pt x="0" y="24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33"/>
                    <a:pt x="34" y="0"/>
                    <a:pt x="75" y="0"/>
                  </a:cubicBezTo>
                  <a:cubicBezTo>
                    <a:pt x="399" y="0"/>
                    <a:pt x="399" y="0"/>
                    <a:pt x="399" y="0"/>
                  </a:cubicBezTo>
                  <a:cubicBezTo>
                    <a:pt x="440" y="0"/>
                    <a:pt x="474" y="33"/>
                    <a:pt x="474" y="74"/>
                  </a:cubicBezTo>
                  <a:cubicBezTo>
                    <a:pt x="474" y="240"/>
                    <a:pt x="474" y="240"/>
                    <a:pt x="474" y="240"/>
                  </a:cubicBezTo>
                  <a:cubicBezTo>
                    <a:pt x="474" y="281"/>
                    <a:pt x="440" y="314"/>
                    <a:pt x="399" y="314"/>
                  </a:cubicBezTo>
                  <a:close/>
                  <a:moveTo>
                    <a:pt x="75" y="24"/>
                  </a:moveTo>
                  <a:cubicBezTo>
                    <a:pt x="47" y="24"/>
                    <a:pt x="25" y="46"/>
                    <a:pt x="25" y="74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5" y="268"/>
                    <a:pt x="47" y="290"/>
                    <a:pt x="75" y="290"/>
                  </a:cubicBezTo>
                  <a:cubicBezTo>
                    <a:pt x="399" y="290"/>
                    <a:pt x="399" y="290"/>
                    <a:pt x="399" y="290"/>
                  </a:cubicBezTo>
                  <a:cubicBezTo>
                    <a:pt x="427" y="290"/>
                    <a:pt x="449" y="268"/>
                    <a:pt x="449" y="240"/>
                  </a:cubicBezTo>
                  <a:cubicBezTo>
                    <a:pt x="449" y="74"/>
                    <a:pt x="449" y="74"/>
                    <a:pt x="449" y="74"/>
                  </a:cubicBezTo>
                  <a:cubicBezTo>
                    <a:pt x="449" y="46"/>
                    <a:pt x="427" y="24"/>
                    <a:pt x="399" y="24"/>
                  </a:cubicBezTo>
                  <a:lnTo>
                    <a:pt x="7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BFFBB-3EC5-4525-90C7-29451E477F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144" y="3429000"/>
            <a:ext cx="803484" cy="14287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97B0CA-1757-B547-85EB-94F253E5548E}"/>
              </a:ext>
            </a:extLst>
          </p:cNvPr>
          <p:cNvSpPr/>
          <p:nvPr userDrawn="1"/>
        </p:nvSpPr>
        <p:spPr>
          <a:xfrm>
            <a:off x="6482120" y="1798424"/>
            <a:ext cx="710805" cy="710620"/>
          </a:xfrm>
          <a:prstGeom prst="ellips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5C3BFF-668F-DA43-AFFF-080A89A636F1}"/>
              </a:ext>
            </a:extLst>
          </p:cNvPr>
          <p:cNvSpPr/>
          <p:nvPr userDrawn="1"/>
        </p:nvSpPr>
        <p:spPr>
          <a:xfrm>
            <a:off x="6434730" y="4073083"/>
            <a:ext cx="710805" cy="710620"/>
          </a:xfrm>
          <a:prstGeom prst="ellipse">
            <a:avLst/>
          </a:prstGeom>
          <a:solidFill>
            <a:srgbClr val="EEA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3F0243-F8C6-7E49-B6C0-66D699E74214}"/>
              </a:ext>
            </a:extLst>
          </p:cNvPr>
          <p:cNvSpPr/>
          <p:nvPr userDrawn="1"/>
        </p:nvSpPr>
        <p:spPr>
          <a:xfrm>
            <a:off x="9218802" y="1772816"/>
            <a:ext cx="710805" cy="710620"/>
          </a:xfrm>
          <a:prstGeom prst="ellipse">
            <a:avLst/>
          </a:prstGeom>
          <a:solidFill>
            <a:srgbClr val="EEA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10AD31-111E-9B45-8E3C-A9E0F25BED1A}"/>
              </a:ext>
            </a:extLst>
          </p:cNvPr>
          <p:cNvSpPr/>
          <p:nvPr userDrawn="1"/>
        </p:nvSpPr>
        <p:spPr>
          <a:xfrm>
            <a:off x="9218802" y="4041454"/>
            <a:ext cx="710805" cy="710620"/>
          </a:xfrm>
          <a:prstGeom prst="ellips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3532C3-2F10-8246-AE82-8225DAC8B229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1EDE0287-964E-0A48-921E-288A941CEA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419DCAC-4565-BD46-9E82-F9396C79D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317044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4D8645-A2BF-664C-B3B0-D4D23F1256D9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BD1FAEBD-B974-434C-B333-01B4C3F9FE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14458C-38EB-D243-A92A-2337BE6E4260}"/>
              </a:ext>
            </a:extLst>
          </p:cNvPr>
          <p:cNvCxnSpPr>
            <a:cxnSpLocks/>
          </p:cNvCxnSpPr>
          <p:nvPr userDrawn="1"/>
        </p:nvCxnSpPr>
        <p:spPr>
          <a:xfrm>
            <a:off x="1" y="3470906"/>
            <a:ext cx="9121124" cy="0"/>
          </a:xfrm>
          <a:prstGeom prst="line">
            <a:avLst/>
          </a:prstGeom>
          <a:ln w="28575">
            <a:solidFill>
              <a:srgbClr val="423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1AB5FD6-C89E-7541-B809-06E3BA56463C}"/>
              </a:ext>
            </a:extLst>
          </p:cNvPr>
          <p:cNvSpPr/>
          <p:nvPr userDrawn="1"/>
        </p:nvSpPr>
        <p:spPr>
          <a:xfrm>
            <a:off x="1596329" y="3331336"/>
            <a:ext cx="276520" cy="276448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56556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BC1341-221D-6F4E-8B82-2E439A6C7840}"/>
              </a:ext>
            </a:extLst>
          </p:cNvPr>
          <p:cNvSpPr/>
          <p:nvPr userDrawn="1"/>
        </p:nvSpPr>
        <p:spPr>
          <a:xfrm>
            <a:off x="4307690" y="3331336"/>
            <a:ext cx="276520" cy="276448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56556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66141B-A354-D24E-8942-97D0ED602376}"/>
              </a:ext>
            </a:extLst>
          </p:cNvPr>
          <p:cNvSpPr/>
          <p:nvPr userDrawn="1"/>
        </p:nvSpPr>
        <p:spPr>
          <a:xfrm>
            <a:off x="7010025" y="3331336"/>
            <a:ext cx="276520" cy="276448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42386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C920C4C-D632-0D46-9412-6813FC2C7A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1732" y="4409953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08BA60F-4389-D940-B93C-A6406F9DD9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1034" y="4400307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C55C77E-D5A0-7749-99CB-7986ECA045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0533" y="4388733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772A35-5D3C-5A49-BF0E-EAA3CE2ABC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5967" y="972475"/>
            <a:ext cx="3194050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icons from slide 3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359876D-FFCD-9348-A715-C1EA55FDC7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73203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angl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CFEC30-ABFF-7047-8348-8212AAFBF982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D0E86593-B8D1-704E-B552-6770A364BC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82F2584-5A98-854C-BC34-3F2DB317A295}"/>
              </a:ext>
            </a:extLst>
          </p:cNvPr>
          <p:cNvGrpSpPr/>
          <p:nvPr userDrawn="1"/>
        </p:nvGrpSpPr>
        <p:grpSpPr>
          <a:xfrm>
            <a:off x="3597554" y="1538303"/>
            <a:ext cx="4996891" cy="3781394"/>
            <a:chOff x="3494881" y="1772816"/>
            <a:chExt cx="5199062" cy="3935412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30547E2-CED9-4A42-B59C-CC53E5D85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881" y="4871616"/>
              <a:ext cx="5199062" cy="836612"/>
            </a:xfrm>
            <a:custGeom>
              <a:avLst/>
              <a:gdLst>
                <a:gd name="T0" fmla="*/ 0 w 3275"/>
                <a:gd name="T1" fmla="*/ 527 h 527"/>
                <a:gd name="T2" fmla="*/ 3275 w 3275"/>
                <a:gd name="T3" fmla="*/ 527 h 527"/>
                <a:gd name="T4" fmla="*/ 2924 w 3275"/>
                <a:gd name="T5" fmla="*/ 0 h 527"/>
                <a:gd name="T6" fmla="*/ 347 w 3275"/>
                <a:gd name="T7" fmla="*/ 0 h 527"/>
                <a:gd name="T8" fmla="*/ 0 w 3275"/>
                <a:gd name="T9" fmla="*/ 527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5" h="527">
                  <a:moveTo>
                    <a:pt x="0" y="527"/>
                  </a:moveTo>
                  <a:lnTo>
                    <a:pt x="3275" y="527"/>
                  </a:lnTo>
                  <a:lnTo>
                    <a:pt x="2924" y="0"/>
                  </a:lnTo>
                  <a:lnTo>
                    <a:pt x="347" y="0"/>
                  </a:lnTo>
                  <a:lnTo>
                    <a:pt x="0" y="527"/>
                  </a:lnTo>
                  <a:close/>
                </a:path>
              </a:pathLst>
            </a:custGeom>
            <a:solidFill>
              <a:srgbClr val="42386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763F2BC-5205-4D43-B84D-571CDAD8D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68" y="1772816"/>
              <a:ext cx="1851025" cy="1400175"/>
            </a:xfrm>
            <a:custGeom>
              <a:avLst/>
              <a:gdLst>
                <a:gd name="T0" fmla="*/ 581 w 1166"/>
                <a:gd name="T1" fmla="*/ 0 h 882"/>
                <a:gd name="T2" fmla="*/ 0 w 1166"/>
                <a:gd name="T3" fmla="*/ 882 h 882"/>
                <a:gd name="T4" fmla="*/ 1166 w 1166"/>
                <a:gd name="T5" fmla="*/ 882 h 882"/>
                <a:gd name="T6" fmla="*/ 581 w 1166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6" h="882">
                  <a:moveTo>
                    <a:pt x="581" y="0"/>
                  </a:moveTo>
                  <a:lnTo>
                    <a:pt x="0" y="882"/>
                  </a:lnTo>
                  <a:lnTo>
                    <a:pt x="1166" y="882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56556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746C1F2C-B5AE-8248-86AB-3E3A5B24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606" y="3172991"/>
              <a:ext cx="2982912" cy="860425"/>
            </a:xfrm>
            <a:custGeom>
              <a:avLst/>
              <a:gdLst>
                <a:gd name="T0" fmla="*/ 1521 w 1879"/>
                <a:gd name="T1" fmla="*/ 0 h 542"/>
                <a:gd name="T2" fmla="*/ 355 w 1879"/>
                <a:gd name="T3" fmla="*/ 0 h 542"/>
                <a:gd name="T4" fmla="*/ 0 w 1879"/>
                <a:gd name="T5" fmla="*/ 542 h 542"/>
                <a:gd name="T6" fmla="*/ 1879 w 1879"/>
                <a:gd name="T7" fmla="*/ 542 h 542"/>
                <a:gd name="T8" fmla="*/ 1521 w 1879"/>
                <a:gd name="T9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9" h="542">
                  <a:moveTo>
                    <a:pt x="1521" y="0"/>
                  </a:moveTo>
                  <a:lnTo>
                    <a:pt x="355" y="0"/>
                  </a:lnTo>
                  <a:lnTo>
                    <a:pt x="0" y="542"/>
                  </a:lnTo>
                  <a:lnTo>
                    <a:pt x="1879" y="542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rgbClr val="85849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9850EBE-D420-764C-97D8-713C016EA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743" y="4033416"/>
              <a:ext cx="4090987" cy="838200"/>
            </a:xfrm>
            <a:custGeom>
              <a:avLst/>
              <a:gdLst>
                <a:gd name="T0" fmla="*/ 347 w 2577"/>
                <a:gd name="T1" fmla="*/ 0 h 528"/>
                <a:gd name="T2" fmla="*/ 0 w 2577"/>
                <a:gd name="T3" fmla="*/ 528 h 528"/>
                <a:gd name="T4" fmla="*/ 2577 w 2577"/>
                <a:gd name="T5" fmla="*/ 528 h 528"/>
                <a:gd name="T6" fmla="*/ 2226 w 2577"/>
                <a:gd name="T7" fmla="*/ 0 h 528"/>
                <a:gd name="T8" fmla="*/ 347 w 2577"/>
                <a:gd name="T9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7" h="528">
                  <a:moveTo>
                    <a:pt x="347" y="0"/>
                  </a:moveTo>
                  <a:lnTo>
                    <a:pt x="0" y="528"/>
                  </a:lnTo>
                  <a:lnTo>
                    <a:pt x="2577" y="528"/>
                  </a:lnTo>
                  <a:lnTo>
                    <a:pt x="2226" y="0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EEA73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</p:grp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2C7521DB-4946-6842-B2EA-91E5518AD0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1BF6E8-1647-B54F-8FF5-4463F1959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8178" y="2095017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B974C76-ED85-9C48-8D18-7FFC5CD850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8310" y="1992773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D69E38F-F884-A74B-99DA-2103AFF34F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8532" y="3867872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98D675D-35EF-0340-BE58-C160EC648F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77206" y="3786850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14</a:t>
            </a:r>
          </a:p>
        </p:txBody>
      </p:sp>
    </p:spTree>
    <p:extLst>
      <p:ext uri="{BB962C8B-B14F-4D97-AF65-F5344CB8AC3E}">
        <p14:creationId xmlns:p14="http://schemas.microsoft.com/office/powerpoint/2010/main" val="114192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differentiators">
    <p:bg>
      <p:bgPr>
        <a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FD9E6-5F71-F246-A42C-3B76567E41AE}"/>
              </a:ext>
            </a:extLst>
          </p:cNvPr>
          <p:cNvSpPr/>
          <p:nvPr userDrawn="1"/>
        </p:nvSpPr>
        <p:spPr>
          <a:xfrm>
            <a:off x="1589" y="0"/>
            <a:ext cx="12188825" cy="6858000"/>
          </a:xfrm>
          <a:prstGeom prst="rect">
            <a:avLst/>
          </a:prstGeom>
          <a:solidFill>
            <a:srgbClr val="423862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167C7-BA00-F144-9440-6D410014DB68}"/>
              </a:ext>
            </a:extLst>
          </p:cNvPr>
          <p:cNvSpPr/>
          <p:nvPr userDrawn="1"/>
        </p:nvSpPr>
        <p:spPr>
          <a:xfrm>
            <a:off x="1589" y="1981200"/>
            <a:ext cx="12188825" cy="2895600"/>
          </a:xfrm>
          <a:prstGeom prst="rect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CD9D69-B0C5-D44D-9044-DDAA488D9B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756" y="2447639"/>
            <a:ext cx="1524720" cy="1524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7BE0FC-FE81-594D-AFB5-C573E7B0E061}"/>
              </a:ext>
            </a:extLst>
          </p:cNvPr>
          <p:cNvSpPr txBox="1"/>
          <p:nvPr userDrawn="1"/>
        </p:nvSpPr>
        <p:spPr>
          <a:xfrm>
            <a:off x="796067" y="3793257"/>
            <a:ext cx="2038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EXTENDED REAL </a:t>
            </a:r>
          </a:p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VISIBILITY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3B255-915F-CE4E-BA6A-B2A96B5ADB76}"/>
              </a:ext>
            </a:extLst>
          </p:cNvPr>
          <p:cNvSpPr txBox="1"/>
          <p:nvPr userDrawn="1"/>
        </p:nvSpPr>
        <p:spPr>
          <a:xfrm>
            <a:off x="4513628" y="3825737"/>
            <a:ext cx="3252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PLATFORM &amp; METHODOLOGY AGNOSTIC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7CAF7-89D5-5245-BF28-54FC721FCD12}"/>
              </a:ext>
            </a:extLst>
          </p:cNvPr>
          <p:cNvSpPr txBox="1"/>
          <p:nvPr userDrawn="1"/>
        </p:nvSpPr>
        <p:spPr>
          <a:xfrm>
            <a:off x="9330454" y="3798255"/>
            <a:ext cx="2378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CONSULTATIVE INDUSTRY EXPERTS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E6E285-A30C-3448-A882-50F4D21C963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97851" y="2851082"/>
            <a:ext cx="918851" cy="877280"/>
            <a:chOff x="4510088" y="1262063"/>
            <a:chExt cx="4941888" cy="4568825"/>
          </a:xfrm>
          <a:solidFill>
            <a:schemeClr val="bg1"/>
          </a:solidFill>
        </p:grpSpPr>
        <p:sp>
          <p:nvSpPr>
            <p:cNvPr id="9" name="Freeform 131">
              <a:extLst>
                <a:ext uri="{FF2B5EF4-FFF2-40B4-BE49-F238E27FC236}">
                  <a16:creationId xmlns:a16="http://schemas.microsoft.com/office/drawing/2014/main" id="{90CE94E3-9710-DC43-8241-0F9B7F3A3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088" y="1262063"/>
              <a:ext cx="4941888" cy="3670300"/>
            </a:xfrm>
            <a:custGeom>
              <a:avLst/>
              <a:gdLst>
                <a:gd name="T0" fmla="*/ 3813 w 6227"/>
                <a:gd name="T1" fmla="*/ 78 h 4623"/>
                <a:gd name="T2" fmla="*/ 4400 w 6227"/>
                <a:gd name="T3" fmla="*/ 385 h 4623"/>
                <a:gd name="T4" fmla="*/ 4838 w 6227"/>
                <a:gd name="T5" fmla="*/ 884 h 4623"/>
                <a:gd name="T6" fmla="*/ 5063 w 6227"/>
                <a:gd name="T7" fmla="*/ 1503 h 4623"/>
                <a:gd name="T8" fmla="*/ 5631 w 6227"/>
                <a:gd name="T9" fmla="*/ 1792 h 4623"/>
                <a:gd name="T10" fmla="*/ 6036 w 6227"/>
                <a:gd name="T11" fmla="*/ 2284 h 4623"/>
                <a:gd name="T12" fmla="*/ 6221 w 6227"/>
                <a:gd name="T13" fmla="*/ 2905 h 4623"/>
                <a:gd name="T14" fmla="*/ 6157 w 6227"/>
                <a:gd name="T15" fmla="*/ 3503 h 4623"/>
                <a:gd name="T16" fmla="*/ 5886 w 6227"/>
                <a:gd name="T17" fmla="*/ 4023 h 4623"/>
                <a:gd name="T18" fmla="*/ 5444 w 6227"/>
                <a:gd name="T19" fmla="*/ 4413 h 4623"/>
                <a:gd name="T20" fmla="*/ 4899 w 6227"/>
                <a:gd name="T21" fmla="*/ 4608 h 4623"/>
                <a:gd name="T22" fmla="*/ 3711 w 6227"/>
                <a:gd name="T23" fmla="*/ 4584 h 4623"/>
                <a:gd name="T24" fmla="*/ 3651 w 6227"/>
                <a:gd name="T25" fmla="*/ 4409 h 4623"/>
                <a:gd name="T26" fmla="*/ 3779 w 6227"/>
                <a:gd name="T27" fmla="*/ 4281 h 4623"/>
                <a:gd name="T28" fmla="*/ 5096 w 6227"/>
                <a:gd name="T29" fmla="*/ 4198 h 4623"/>
                <a:gd name="T30" fmla="*/ 5553 w 6227"/>
                <a:gd name="T31" fmla="*/ 3878 h 4623"/>
                <a:gd name="T32" fmla="*/ 5831 w 6227"/>
                <a:gd name="T33" fmla="*/ 3384 h 4623"/>
                <a:gd name="T34" fmla="*/ 5862 w 6227"/>
                <a:gd name="T35" fmla="*/ 2816 h 4623"/>
                <a:gd name="T36" fmla="*/ 5657 w 6227"/>
                <a:gd name="T37" fmla="*/ 2322 h 4623"/>
                <a:gd name="T38" fmla="*/ 5277 w 6227"/>
                <a:gd name="T39" fmla="*/ 1961 h 4623"/>
                <a:gd name="T40" fmla="*/ 4844 w 6227"/>
                <a:gd name="T41" fmla="*/ 1804 h 4623"/>
                <a:gd name="T42" fmla="*/ 4738 w 6227"/>
                <a:gd name="T43" fmla="*/ 1660 h 4623"/>
                <a:gd name="T44" fmla="*/ 4558 w 6227"/>
                <a:gd name="T45" fmla="*/ 1085 h 4623"/>
                <a:gd name="T46" fmla="*/ 4178 w 6227"/>
                <a:gd name="T47" fmla="*/ 646 h 4623"/>
                <a:gd name="T48" fmla="*/ 3652 w 6227"/>
                <a:gd name="T49" fmla="*/ 388 h 4623"/>
                <a:gd name="T50" fmla="*/ 3049 w 6227"/>
                <a:gd name="T51" fmla="*/ 362 h 4623"/>
                <a:gd name="T52" fmla="*/ 2506 w 6227"/>
                <a:gd name="T53" fmla="*/ 570 h 4623"/>
                <a:gd name="T54" fmla="*/ 2086 w 6227"/>
                <a:gd name="T55" fmla="*/ 973 h 4623"/>
                <a:gd name="T56" fmla="*/ 1893 w 6227"/>
                <a:gd name="T57" fmla="*/ 1259 h 4623"/>
                <a:gd name="T58" fmla="*/ 1682 w 6227"/>
                <a:gd name="T59" fmla="*/ 1247 h 4623"/>
                <a:gd name="T60" fmla="*/ 1282 w 6227"/>
                <a:gd name="T61" fmla="*/ 1280 h 4623"/>
                <a:gd name="T62" fmla="*/ 980 w 6227"/>
                <a:gd name="T63" fmla="*/ 1548 h 4623"/>
                <a:gd name="T64" fmla="*/ 895 w 6227"/>
                <a:gd name="T65" fmla="*/ 1948 h 4623"/>
                <a:gd name="T66" fmla="*/ 931 w 6227"/>
                <a:gd name="T67" fmla="*/ 2211 h 4623"/>
                <a:gd name="T68" fmla="*/ 696 w 6227"/>
                <a:gd name="T69" fmla="*/ 2417 h 4623"/>
                <a:gd name="T70" fmla="*/ 420 w 6227"/>
                <a:gd name="T71" fmla="*/ 2807 h 4623"/>
                <a:gd name="T72" fmla="*/ 352 w 6227"/>
                <a:gd name="T73" fmla="*/ 3297 h 4623"/>
                <a:gd name="T74" fmla="*/ 533 w 6227"/>
                <a:gd name="T75" fmla="*/ 3802 h 4623"/>
                <a:gd name="T76" fmla="*/ 915 w 6227"/>
                <a:gd name="T77" fmla="*/ 4160 h 4623"/>
                <a:gd name="T78" fmla="*/ 2406 w 6227"/>
                <a:gd name="T79" fmla="*/ 4277 h 4623"/>
                <a:gd name="T80" fmla="*/ 2561 w 6227"/>
                <a:gd name="T81" fmla="*/ 4374 h 4623"/>
                <a:gd name="T82" fmla="*/ 2540 w 6227"/>
                <a:gd name="T83" fmla="*/ 4559 h 4623"/>
                <a:gd name="T84" fmla="*/ 1294 w 6227"/>
                <a:gd name="T85" fmla="*/ 4623 h 4623"/>
                <a:gd name="T86" fmla="*/ 743 w 6227"/>
                <a:gd name="T87" fmla="*/ 4461 h 4623"/>
                <a:gd name="T88" fmla="*/ 297 w 6227"/>
                <a:gd name="T89" fmla="*/ 4065 h 4623"/>
                <a:gd name="T90" fmla="*/ 44 w 6227"/>
                <a:gd name="T91" fmla="*/ 3535 h 4623"/>
                <a:gd name="T92" fmla="*/ 21 w 6227"/>
                <a:gd name="T93" fmla="*/ 2951 h 4623"/>
                <a:gd name="T94" fmla="*/ 240 w 6227"/>
                <a:gd name="T95" fmla="*/ 2413 h 4623"/>
                <a:gd name="T96" fmla="*/ 554 w 6227"/>
                <a:gd name="T97" fmla="*/ 2012 h 4623"/>
                <a:gd name="T98" fmla="*/ 596 w 6227"/>
                <a:gd name="T99" fmla="*/ 1562 h 4623"/>
                <a:gd name="T100" fmla="*/ 872 w 6227"/>
                <a:gd name="T101" fmla="*/ 1142 h 4623"/>
                <a:gd name="T102" fmla="*/ 1320 w 6227"/>
                <a:gd name="T103" fmla="*/ 909 h 4623"/>
                <a:gd name="T104" fmla="*/ 1787 w 6227"/>
                <a:gd name="T105" fmla="*/ 801 h 4623"/>
                <a:gd name="T106" fmla="*/ 2205 w 6227"/>
                <a:gd name="T107" fmla="*/ 358 h 4623"/>
                <a:gd name="T108" fmla="*/ 2775 w 6227"/>
                <a:gd name="T109" fmla="*/ 74 h 4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27" h="4623">
                  <a:moveTo>
                    <a:pt x="3286" y="0"/>
                  </a:moveTo>
                  <a:lnTo>
                    <a:pt x="3420" y="4"/>
                  </a:lnTo>
                  <a:lnTo>
                    <a:pt x="3552" y="19"/>
                  </a:lnTo>
                  <a:lnTo>
                    <a:pt x="3685" y="44"/>
                  </a:lnTo>
                  <a:lnTo>
                    <a:pt x="3813" y="78"/>
                  </a:lnTo>
                  <a:lnTo>
                    <a:pt x="3938" y="122"/>
                  </a:lnTo>
                  <a:lnTo>
                    <a:pt x="4059" y="175"/>
                  </a:lnTo>
                  <a:lnTo>
                    <a:pt x="4178" y="235"/>
                  </a:lnTo>
                  <a:lnTo>
                    <a:pt x="4290" y="307"/>
                  </a:lnTo>
                  <a:lnTo>
                    <a:pt x="4400" y="385"/>
                  </a:lnTo>
                  <a:lnTo>
                    <a:pt x="4502" y="472"/>
                  </a:lnTo>
                  <a:lnTo>
                    <a:pt x="4598" y="566"/>
                  </a:lnTo>
                  <a:lnTo>
                    <a:pt x="4685" y="668"/>
                  </a:lnTo>
                  <a:lnTo>
                    <a:pt x="4767" y="774"/>
                  </a:lnTo>
                  <a:lnTo>
                    <a:pt x="4838" y="884"/>
                  </a:lnTo>
                  <a:lnTo>
                    <a:pt x="4901" y="1001"/>
                  </a:lnTo>
                  <a:lnTo>
                    <a:pt x="4956" y="1121"/>
                  </a:lnTo>
                  <a:lnTo>
                    <a:pt x="5001" y="1246"/>
                  </a:lnTo>
                  <a:lnTo>
                    <a:pt x="5037" y="1372"/>
                  </a:lnTo>
                  <a:lnTo>
                    <a:pt x="5063" y="1503"/>
                  </a:lnTo>
                  <a:lnTo>
                    <a:pt x="5188" y="1543"/>
                  </a:lnTo>
                  <a:lnTo>
                    <a:pt x="5306" y="1590"/>
                  </a:lnTo>
                  <a:lnTo>
                    <a:pt x="5421" y="1649"/>
                  </a:lnTo>
                  <a:lnTo>
                    <a:pt x="5529" y="1717"/>
                  </a:lnTo>
                  <a:lnTo>
                    <a:pt x="5631" y="1792"/>
                  </a:lnTo>
                  <a:lnTo>
                    <a:pt x="5726" y="1878"/>
                  </a:lnTo>
                  <a:lnTo>
                    <a:pt x="5814" y="1968"/>
                  </a:lnTo>
                  <a:lnTo>
                    <a:pt x="5896" y="2067"/>
                  </a:lnTo>
                  <a:lnTo>
                    <a:pt x="5970" y="2173"/>
                  </a:lnTo>
                  <a:lnTo>
                    <a:pt x="6036" y="2284"/>
                  </a:lnTo>
                  <a:lnTo>
                    <a:pt x="6091" y="2400"/>
                  </a:lnTo>
                  <a:lnTo>
                    <a:pt x="6138" y="2521"/>
                  </a:lnTo>
                  <a:lnTo>
                    <a:pt x="6176" y="2644"/>
                  </a:lnTo>
                  <a:lnTo>
                    <a:pt x="6204" y="2773"/>
                  </a:lnTo>
                  <a:lnTo>
                    <a:pt x="6221" y="2905"/>
                  </a:lnTo>
                  <a:lnTo>
                    <a:pt x="6227" y="3038"/>
                  </a:lnTo>
                  <a:lnTo>
                    <a:pt x="6223" y="3157"/>
                  </a:lnTo>
                  <a:lnTo>
                    <a:pt x="6210" y="3274"/>
                  </a:lnTo>
                  <a:lnTo>
                    <a:pt x="6187" y="3390"/>
                  </a:lnTo>
                  <a:lnTo>
                    <a:pt x="6157" y="3503"/>
                  </a:lnTo>
                  <a:lnTo>
                    <a:pt x="6119" y="3613"/>
                  </a:lnTo>
                  <a:lnTo>
                    <a:pt x="6074" y="3721"/>
                  </a:lnTo>
                  <a:lnTo>
                    <a:pt x="6019" y="3827"/>
                  </a:lnTo>
                  <a:lnTo>
                    <a:pt x="5956" y="3927"/>
                  </a:lnTo>
                  <a:lnTo>
                    <a:pt x="5886" y="4023"/>
                  </a:lnTo>
                  <a:lnTo>
                    <a:pt x="5809" y="4114"/>
                  </a:lnTo>
                  <a:lnTo>
                    <a:pt x="5726" y="4201"/>
                  </a:lnTo>
                  <a:lnTo>
                    <a:pt x="5635" y="4279"/>
                  </a:lnTo>
                  <a:lnTo>
                    <a:pt x="5542" y="4351"/>
                  </a:lnTo>
                  <a:lnTo>
                    <a:pt x="5444" y="4413"/>
                  </a:lnTo>
                  <a:lnTo>
                    <a:pt x="5340" y="4470"/>
                  </a:lnTo>
                  <a:lnTo>
                    <a:pt x="5234" y="4517"/>
                  </a:lnTo>
                  <a:lnTo>
                    <a:pt x="5124" y="4555"/>
                  </a:lnTo>
                  <a:lnTo>
                    <a:pt x="5012" y="4587"/>
                  </a:lnTo>
                  <a:lnTo>
                    <a:pt x="4899" y="4608"/>
                  </a:lnTo>
                  <a:lnTo>
                    <a:pt x="4782" y="4621"/>
                  </a:lnTo>
                  <a:lnTo>
                    <a:pt x="3819" y="4621"/>
                  </a:lnTo>
                  <a:lnTo>
                    <a:pt x="3779" y="4618"/>
                  </a:lnTo>
                  <a:lnTo>
                    <a:pt x="3743" y="4604"/>
                  </a:lnTo>
                  <a:lnTo>
                    <a:pt x="3711" y="4584"/>
                  </a:lnTo>
                  <a:lnTo>
                    <a:pt x="3685" y="4557"/>
                  </a:lnTo>
                  <a:lnTo>
                    <a:pt x="3664" y="4525"/>
                  </a:lnTo>
                  <a:lnTo>
                    <a:pt x="3651" y="4489"/>
                  </a:lnTo>
                  <a:lnTo>
                    <a:pt x="3647" y="4449"/>
                  </a:lnTo>
                  <a:lnTo>
                    <a:pt x="3651" y="4409"/>
                  </a:lnTo>
                  <a:lnTo>
                    <a:pt x="3664" y="4372"/>
                  </a:lnTo>
                  <a:lnTo>
                    <a:pt x="3685" y="4339"/>
                  </a:lnTo>
                  <a:lnTo>
                    <a:pt x="3711" y="4313"/>
                  </a:lnTo>
                  <a:lnTo>
                    <a:pt x="3743" y="4292"/>
                  </a:lnTo>
                  <a:lnTo>
                    <a:pt x="3779" y="4281"/>
                  </a:lnTo>
                  <a:lnTo>
                    <a:pt x="3819" y="4275"/>
                  </a:lnTo>
                  <a:lnTo>
                    <a:pt x="4763" y="4275"/>
                  </a:lnTo>
                  <a:lnTo>
                    <a:pt x="4878" y="4260"/>
                  </a:lnTo>
                  <a:lnTo>
                    <a:pt x="4988" y="4235"/>
                  </a:lnTo>
                  <a:lnTo>
                    <a:pt x="5096" y="4198"/>
                  </a:lnTo>
                  <a:lnTo>
                    <a:pt x="5198" y="4152"/>
                  </a:lnTo>
                  <a:lnTo>
                    <a:pt x="5296" y="4095"/>
                  </a:lnTo>
                  <a:lnTo>
                    <a:pt x="5389" y="4031"/>
                  </a:lnTo>
                  <a:lnTo>
                    <a:pt x="5474" y="3959"/>
                  </a:lnTo>
                  <a:lnTo>
                    <a:pt x="5553" y="3878"/>
                  </a:lnTo>
                  <a:lnTo>
                    <a:pt x="5625" y="3791"/>
                  </a:lnTo>
                  <a:lnTo>
                    <a:pt x="5690" y="3696"/>
                  </a:lnTo>
                  <a:lnTo>
                    <a:pt x="5746" y="3598"/>
                  </a:lnTo>
                  <a:lnTo>
                    <a:pt x="5794" y="3494"/>
                  </a:lnTo>
                  <a:lnTo>
                    <a:pt x="5831" y="3384"/>
                  </a:lnTo>
                  <a:lnTo>
                    <a:pt x="5858" y="3272"/>
                  </a:lnTo>
                  <a:lnTo>
                    <a:pt x="5875" y="3157"/>
                  </a:lnTo>
                  <a:lnTo>
                    <a:pt x="5881" y="3038"/>
                  </a:lnTo>
                  <a:lnTo>
                    <a:pt x="5875" y="2926"/>
                  </a:lnTo>
                  <a:lnTo>
                    <a:pt x="5862" y="2816"/>
                  </a:lnTo>
                  <a:lnTo>
                    <a:pt x="5837" y="2710"/>
                  </a:lnTo>
                  <a:lnTo>
                    <a:pt x="5805" y="2608"/>
                  </a:lnTo>
                  <a:lnTo>
                    <a:pt x="5763" y="2508"/>
                  </a:lnTo>
                  <a:lnTo>
                    <a:pt x="5714" y="2413"/>
                  </a:lnTo>
                  <a:lnTo>
                    <a:pt x="5657" y="2322"/>
                  </a:lnTo>
                  <a:lnTo>
                    <a:pt x="5595" y="2237"/>
                  </a:lnTo>
                  <a:lnTo>
                    <a:pt x="5525" y="2158"/>
                  </a:lnTo>
                  <a:lnTo>
                    <a:pt x="5447" y="2086"/>
                  </a:lnTo>
                  <a:lnTo>
                    <a:pt x="5366" y="2020"/>
                  </a:lnTo>
                  <a:lnTo>
                    <a:pt x="5277" y="1961"/>
                  </a:lnTo>
                  <a:lnTo>
                    <a:pt x="5185" y="1912"/>
                  </a:lnTo>
                  <a:lnTo>
                    <a:pt x="5088" y="1870"/>
                  </a:lnTo>
                  <a:lnTo>
                    <a:pt x="4986" y="1836"/>
                  </a:lnTo>
                  <a:lnTo>
                    <a:pt x="4880" y="1813"/>
                  </a:lnTo>
                  <a:lnTo>
                    <a:pt x="4844" y="1804"/>
                  </a:lnTo>
                  <a:lnTo>
                    <a:pt x="4812" y="1785"/>
                  </a:lnTo>
                  <a:lnTo>
                    <a:pt x="4784" y="1762"/>
                  </a:lnTo>
                  <a:lnTo>
                    <a:pt x="4761" y="1732"/>
                  </a:lnTo>
                  <a:lnTo>
                    <a:pt x="4746" y="1698"/>
                  </a:lnTo>
                  <a:lnTo>
                    <a:pt x="4738" y="1660"/>
                  </a:lnTo>
                  <a:lnTo>
                    <a:pt x="4721" y="1537"/>
                  </a:lnTo>
                  <a:lnTo>
                    <a:pt x="4693" y="1418"/>
                  </a:lnTo>
                  <a:lnTo>
                    <a:pt x="4657" y="1302"/>
                  </a:lnTo>
                  <a:lnTo>
                    <a:pt x="4613" y="1191"/>
                  </a:lnTo>
                  <a:lnTo>
                    <a:pt x="4558" y="1085"/>
                  </a:lnTo>
                  <a:lnTo>
                    <a:pt x="4498" y="984"/>
                  </a:lnTo>
                  <a:lnTo>
                    <a:pt x="4428" y="890"/>
                  </a:lnTo>
                  <a:lnTo>
                    <a:pt x="4352" y="803"/>
                  </a:lnTo>
                  <a:lnTo>
                    <a:pt x="4269" y="720"/>
                  </a:lnTo>
                  <a:lnTo>
                    <a:pt x="4178" y="646"/>
                  </a:lnTo>
                  <a:lnTo>
                    <a:pt x="4084" y="578"/>
                  </a:lnTo>
                  <a:lnTo>
                    <a:pt x="3983" y="517"/>
                  </a:lnTo>
                  <a:lnTo>
                    <a:pt x="3878" y="466"/>
                  </a:lnTo>
                  <a:lnTo>
                    <a:pt x="3766" y="422"/>
                  </a:lnTo>
                  <a:lnTo>
                    <a:pt x="3652" y="388"/>
                  </a:lnTo>
                  <a:lnTo>
                    <a:pt x="3533" y="364"/>
                  </a:lnTo>
                  <a:lnTo>
                    <a:pt x="3412" y="349"/>
                  </a:lnTo>
                  <a:lnTo>
                    <a:pt x="3287" y="343"/>
                  </a:lnTo>
                  <a:lnTo>
                    <a:pt x="3166" y="349"/>
                  </a:lnTo>
                  <a:lnTo>
                    <a:pt x="3049" y="362"/>
                  </a:lnTo>
                  <a:lnTo>
                    <a:pt x="2934" y="387"/>
                  </a:lnTo>
                  <a:lnTo>
                    <a:pt x="2822" y="421"/>
                  </a:lnTo>
                  <a:lnTo>
                    <a:pt x="2712" y="462"/>
                  </a:lnTo>
                  <a:lnTo>
                    <a:pt x="2606" y="511"/>
                  </a:lnTo>
                  <a:lnTo>
                    <a:pt x="2506" y="570"/>
                  </a:lnTo>
                  <a:lnTo>
                    <a:pt x="2410" y="636"/>
                  </a:lnTo>
                  <a:lnTo>
                    <a:pt x="2321" y="710"/>
                  </a:lnTo>
                  <a:lnTo>
                    <a:pt x="2236" y="791"/>
                  </a:lnTo>
                  <a:lnTo>
                    <a:pt x="2158" y="879"/>
                  </a:lnTo>
                  <a:lnTo>
                    <a:pt x="2086" y="973"/>
                  </a:lnTo>
                  <a:lnTo>
                    <a:pt x="2024" y="1073"/>
                  </a:lnTo>
                  <a:lnTo>
                    <a:pt x="1967" y="1179"/>
                  </a:lnTo>
                  <a:lnTo>
                    <a:pt x="1948" y="1212"/>
                  </a:lnTo>
                  <a:lnTo>
                    <a:pt x="1924" y="1238"/>
                  </a:lnTo>
                  <a:lnTo>
                    <a:pt x="1893" y="1259"/>
                  </a:lnTo>
                  <a:lnTo>
                    <a:pt x="1859" y="1272"/>
                  </a:lnTo>
                  <a:lnTo>
                    <a:pt x="1825" y="1278"/>
                  </a:lnTo>
                  <a:lnTo>
                    <a:pt x="1787" y="1278"/>
                  </a:lnTo>
                  <a:lnTo>
                    <a:pt x="1752" y="1268"/>
                  </a:lnTo>
                  <a:lnTo>
                    <a:pt x="1682" y="1247"/>
                  </a:lnTo>
                  <a:lnTo>
                    <a:pt x="1608" y="1234"/>
                  </a:lnTo>
                  <a:lnTo>
                    <a:pt x="1532" y="1230"/>
                  </a:lnTo>
                  <a:lnTo>
                    <a:pt x="1445" y="1236"/>
                  </a:lnTo>
                  <a:lnTo>
                    <a:pt x="1362" y="1253"/>
                  </a:lnTo>
                  <a:lnTo>
                    <a:pt x="1282" y="1280"/>
                  </a:lnTo>
                  <a:lnTo>
                    <a:pt x="1209" y="1318"/>
                  </a:lnTo>
                  <a:lnTo>
                    <a:pt x="1141" y="1363"/>
                  </a:lnTo>
                  <a:lnTo>
                    <a:pt x="1080" y="1418"/>
                  </a:lnTo>
                  <a:lnTo>
                    <a:pt x="1025" y="1480"/>
                  </a:lnTo>
                  <a:lnTo>
                    <a:pt x="980" y="1548"/>
                  </a:lnTo>
                  <a:lnTo>
                    <a:pt x="942" y="1622"/>
                  </a:lnTo>
                  <a:lnTo>
                    <a:pt x="914" y="1702"/>
                  </a:lnTo>
                  <a:lnTo>
                    <a:pt x="897" y="1785"/>
                  </a:lnTo>
                  <a:lnTo>
                    <a:pt x="891" y="1872"/>
                  </a:lnTo>
                  <a:lnTo>
                    <a:pt x="895" y="1948"/>
                  </a:lnTo>
                  <a:lnTo>
                    <a:pt x="908" y="2021"/>
                  </a:lnTo>
                  <a:lnTo>
                    <a:pt x="929" y="2091"/>
                  </a:lnTo>
                  <a:lnTo>
                    <a:pt x="938" y="2131"/>
                  </a:lnTo>
                  <a:lnTo>
                    <a:pt x="938" y="2173"/>
                  </a:lnTo>
                  <a:lnTo>
                    <a:pt x="931" y="2211"/>
                  </a:lnTo>
                  <a:lnTo>
                    <a:pt x="912" y="2247"/>
                  </a:lnTo>
                  <a:lnTo>
                    <a:pt x="887" y="2277"/>
                  </a:lnTo>
                  <a:lnTo>
                    <a:pt x="853" y="2301"/>
                  </a:lnTo>
                  <a:lnTo>
                    <a:pt x="772" y="2354"/>
                  </a:lnTo>
                  <a:lnTo>
                    <a:pt x="696" y="2417"/>
                  </a:lnTo>
                  <a:lnTo>
                    <a:pt x="626" y="2483"/>
                  </a:lnTo>
                  <a:lnTo>
                    <a:pt x="562" y="2557"/>
                  </a:lnTo>
                  <a:lnTo>
                    <a:pt x="507" y="2635"/>
                  </a:lnTo>
                  <a:lnTo>
                    <a:pt x="460" y="2718"/>
                  </a:lnTo>
                  <a:lnTo>
                    <a:pt x="420" y="2807"/>
                  </a:lnTo>
                  <a:lnTo>
                    <a:pt x="388" y="2898"/>
                  </a:lnTo>
                  <a:lnTo>
                    <a:pt x="365" y="2990"/>
                  </a:lnTo>
                  <a:lnTo>
                    <a:pt x="350" y="3087"/>
                  </a:lnTo>
                  <a:lnTo>
                    <a:pt x="346" y="3185"/>
                  </a:lnTo>
                  <a:lnTo>
                    <a:pt x="352" y="3297"/>
                  </a:lnTo>
                  <a:lnTo>
                    <a:pt x="369" y="3407"/>
                  </a:lnTo>
                  <a:lnTo>
                    <a:pt x="395" y="3511"/>
                  </a:lnTo>
                  <a:lnTo>
                    <a:pt x="433" y="3613"/>
                  </a:lnTo>
                  <a:lnTo>
                    <a:pt x="479" y="3711"/>
                  </a:lnTo>
                  <a:lnTo>
                    <a:pt x="533" y="3802"/>
                  </a:lnTo>
                  <a:lnTo>
                    <a:pt x="598" y="3889"/>
                  </a:lnTo>
                  <a:lnTo>
                    <a:pt x="668" y="3969"/>
                  </a:lnTo>
                  <a:lnTo>
                    <a:pt x="743" y="4040"/>
                  </a:lnTo>
                  <a:lnTo>
                    <a:pt x="827" y="4105"/>
                  </a:lnTo>
                  <a:lnTo>
                    <a:pt x="915" y="4160"/>
                  </a:lnTo>
                  <a:lnTo>
                    <a:pt x="1008" y="4205"/>
                  </a:lnTo>
                  <a:lnTo>
                    <a:pt x="1107" y="4241"/>
                  </a:lnTo>
                  <a:lnTo>
                    <a:pt x="1207" y="4264"/>
                  </a:lnTo>
                  <a:lnTo>
                    <a:pt x="1309" y="4277"/>
                  </a:lnTo>
                  <a:lnTo>
                    <a:pt x="2406" y="4277"/>
                  </a:lnTo>
                  <a:lnTo>
                    <a:pt x="2446" y="4281"/>
                  </a:lnTo>
                  <a:lnTo>
                    <a:pt x="2482" y="4294"/>
                  </a:lnTo>
                  <a:lnTo>
                    <a:pt x="2514" y="4315"/>
                  </a:lnTo>
                  <a:lnTo>
                    <a:pt x="2540" y="4341"/>
                  </a:lnTo>
                  <a:lnTo>
                    <a:pt x="2561" y="4374"/>
                  </a:lnTo>
                  <a:lnTo>
                    <a:pt x="2574" y="4409"/>
                  </a:lnTo>
                  <a:lnTo>
                    <a:pt x="2578" y="4449"/>
                  </a:lnTo>
                  <a:lnTo>
                    <a:pt x="2574" y="4489"/>
                  </a:lnTo>
                  <a:lnTo>
                    <a:pt x="2561" y="4527"/>
                  </a:lnTo>
                  <a:lnTo>
                    <a:pt x="2540" y="4559"/>
                  </a:lnTo>
                  <a:lnTo>
                    <a:pt x="2514" y="4585"/>
                  </a:lnTo>
                  <a:lnTo>
                    <a:pt x="2482" y="4604"/>
                  </a:lnTo>
                  <a:lnTo>
                    <a:pt x="2446" y="4618"/>
                  </a:lnTo>
                  <a:lnTo>
                    <a:pt x="2406" y="4623"/>
                  </a:lnTo>
                  <a:lnTo>
                    <a:pt x="1294" y="4623"/>
                  </a:lnTo>
                  <a:lnTo>
                    <a:pt x="1178" y="4610"/>
                  </a:lnTo>
                  <a:lnTo>
                    <a:pt x="1067" y="4589"/>
                  </a:lnTo>
                  <a:lnTo>
                    <a:pt x="955" y="4555"/>
                  </a:lnTo>
                  <a:lnTo>
                    <a:pt x="847" y="4514"/>
                  </a:lnTo>
                  <a:lnTo>
                    <a:pt x="743" y="4461"/>
                  </a:lnTo>
                  <a:lnTo>
                    <a:pt x="643" y="4400"/>
                  </a:lnTo>
                  <a:lnTo>
                    <a:pt x="549" y="4328"/>
                  </a:lnTo>
                  <a:lnTo>
                    <a:pt x="458" y="4249"/>
                  </a:lnTo>
                  <a:lnTo>
                    <a:pt x="373" y="4160"/>
                  </a:lnTo>
                  <a:lnTo>
                    <a:pt x="297" y="4065"/>
                  </a:lnTo>
                  <a:lnTo>
                    <a:pt x="229" y="3967"/>
                  </a:lnTo>
                  <a:lnTo>
                    <a:pt x="168" y="3864"/>
                  </a:lnTo>
                  <a:lnTo>
                    <a:pt x="117" y="3759"/>
                  </a:lnTo>
                  <a:lnTo>
                    <a:pt x="76" y="3649"/>
                  </a:lnTo>
                  <a:lnTo>
                    <a:pt x="44" y="3535"/>
                  </a:lnTo>
                  <a:lnTo>
                    <a:pt x="19" y="3422"/>
                  </a:lnTo>
                  <a:lnTo>
                    <a:pt x="6" y="3304"/>
                  </a:lnTo>
                  <a:lnTo>
                    <a:pt x="0" y="3187"/>
                  </a:lnTo>
                  <a:lnTo>
                    <a:pt x="6" y="3068"/>
                  </a:lnTo>
                  <a:lnTo>
                    <a:pt x="21" y="2951"/>
                  </a:lnTo>
                  <a:lnTo>
                    <a:pt x="45" y="2835"/>
                  </a:lnTo>
                  <a:lnTo>
                    <a:pt x="81" y="2723"/>
                  </a:lnTo>
                  <a:lnTo>
                    <a:pt x="125" y="2616"/>
                  </a:lnTo>
                  <a:lnTo>
                    <a:pt x="178" y="2513"/>
                  </a:lnTo>
                  <a:lnTo>
                    <a:pt x="240" y="2413"/>
                  </a:lnTo>
                  <a:lnTo>
                    <a:pt x="310" y="2320"/>
                  </a:lnTo>
                  <a:lnTo>
                    <a:pt x="388" y="2233"/>
                  </a:lnTo>
                  <a:lnTo>
                    <a:pt x="473" y="2152"/>
                  </a:lnTo>
                  <a:lnTo>
                    <a:pt x="566" y="2078"/>
                  </a:lnTo>
                  <a:lnTo>
                    <a:pt x="554" y="2012"/>
                  </a:lnTo>
                  <a:lnTo>
                    <a:pt x="549" y="1944"/>
                  </a:lnTo>
                  <a:lnTo>
                    <a:pt x="545" y="1874"/>
                  </a:lnTo>
                  <a:lnTo>
                    <a:pt x="550" y="1766"/>
                  </a:lnTo>
                  <a:lnTo>
                    <a:pt x="567" y="1662"/>
                  </a:lnTo>
                  <a:lnTo>
                    <a:pt x="596" y="1562"/>
                  </a:lnTo>
                  <a:lnTo>
                    <a:pt x="634" y="1467"/>
                  </a:lnTo>
                  <a:lnTo>
                    <a:pt x="681" y="1376"/>
                  </a:lnTo>
                  <a:lnTo>
                    <a:pt x="736" y="1291"/>
                  </a:lnTo>
                  <a:lnTo>
                    <a:pt x="800" y="1213"/>
                  </a:lnTo>
                  <a:lnTo>
                    <a:pt x="872" y="1142"/>
                  </a:lnTo>
                  <a:lnTo>
                    <a:pt x="950" y="1077"/>
                  </a:lnTo>
                  <a:lnTo>
                    <a:pt x="1035" y="1020"/>
                  </a:lnTo>
                  <a:lnTo>
                    <a:pt x="1125" y="975"/>
                  </a:lnTo>
                  <a:lnTo>
                    <a:pt x="1222" y="937"/>
                  </a:lnTo>
                  <a:lnTo>
                    <a:pt x="1320" y="909"/>
                  </a:lnTo>
                  <a:lnTo>
                    <a:pt x="1426" y="892"/>
                  </a:lnTo>
                  <a:lnTo>
                    <a:pt x="1532" y="886"/>
                  </a:lnTo>
                  <a:lnTo>
                    <a:pt x="1629" y="892"/>
                  </a:lnTo>
                  <a:lnTo>
                    <a:pt x="1721" y="905"/>
                  </a:lnTo>
                  <a:lnTo>
                    <a:pt x="1787" y="801"/>
                  </a:lnTo>
                  <a:lnTo>
                    <a:pt x="1857" y="701"/>
                  </a:lnTo>
                  <a:lnTo>
                    <a:pt x="1935" y="606"/>
                  </a:lnTo>
                  <a:lnTo>
                    <a:pt x="2020" y="517"/>
                  </a:lnTo>
                  <a:lnTo>
                    <a:pt x="2111" y="436"/>
                  </a:lnTo>
                  <a:lnTo>
                    <a:pt x="2205" y="358"/>
                  </a:lnTo>
                  <a:lnTo>
                    <a:pt x="2308" y="288"/>
                  </a:lnTo>
                  <a:lnTo>
                    <a:pt x="2419" y="222"/>
                  </a:lnTo>
                  <a:lnTo>
                    <a:pt x="2535" y="163"/>
                  </a:lnTo>
                  <a:lnTo>
                    <a:pt x="2652" y="114"/>
                  </a:lnTo>
                  <a:lnTo>
                    <a:pt x="2775" y="74"/>
                  </a:lnTo>
                  <a:lnTo>
                    <a:pt x="2900" y="42"/>
                  </a:lnTo>
                  <a:lnTo>
                    <a:pt x="3026" y="18"/>
                  </a:lnTo>
                  <a:lnTo>
                    <a:pt x="3155" y="4"/>
                  </a:lnTo>
                  <a:lnTo>
                    <a:pt x="32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accent1"/>
                </a:solidFill>
              </a:endParaRPr>
            </a:p>
          </p:txBody>
        </p:sp>
        <p:sp>
          <p:nvSpPr>
            <p:cNvPr id="10" name="Freeform 132">
              <a:extLst>
                <a:ext uri="{FF2B5EF4-FFF2-40B4-BE49-F238E27FC236}">
                  <a16:creationId xmlns:a16="http://schemas.microsoft.com/office/drawing/2014/main" id="{A98167E1-D9B0-3C4A-912B-62650FC6E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813" y="2959100"/>
              <a:ext cx="1724025" cy="2871788"/>
            </a:xfrm>
            <a:custGeom>
              <a:avLst/>
              <a:gdLst>
                <a:gd name="T0" fmla="*/ 1085 w 2173"/>
                <a:gd name="T1" fmla="*/ 0 h 3618"/>
                <a:gd name="T2" fmla="*/ 1119 w 2173"/>
                <a:gd name="T3" fmla="*/ 4 h 3618"/>
                <a:gd name="T4" fmla="*/ 1152 w 2173"/>
                <a:gd name="T5" fmla="*/ 13 h 3618"/>
                <a:gd name="T6" fmla="*/ 1182 w 2173"/>
                <a:gd name="T7" fmla="*/ 30 h 3618"/>
                <a:gd name="T8" fmla="*/ 1208 w 2173"/>
                <a:gd name="T9" fmla="*/ 51 h 3618"/>
                <a:gd name="T10" fmla="*/ 2124 w 2173"/>
                <a:gd name="T11" fmla="*/ 967 h 3618"/>
                <a:gd name="T12" fmla="*/ 2148 w 2173"/>
                <a:gd name="T13" fmla="*/ 999 h 3618"/>
                <a:gd name="T14" fmla="*/ 2165 w 2173"/>
                <a:gd name="T15" fmla="*/ 1033 h 3618"/>
                <a:gd name="T16" fmla="*/ 2173 w 2173"/>
                <a:gd name="T17" fmla="*/ 1071 h 3618"/>
                <a:gd name="T18" fmla="*/ 2173 w 2173"/>
                <a:gd name="T19" fmla="*/ 1109 h 3618"/>
                <a:gd name="T20" fmla="*/ 2165 w 2173"/>
                <a:gd name="T21" fmla="*/ 1145 h 3618"/>
                <a:gd name="T22" fmla="*/ 2148 w 2173"/>
                <a:gd name="T23" fmla="*/ 1181 h 3618"/>
                <a:gd name="T24" fmla="*/ 2124 w 2173"/>
                <a:gd name="T25" fmla="*/ 1213 h 3618"/>
                <a:gd name="T26" fmla="*/ 2092 w 2173"/>
                <a:gd name="T27" fmla="*/ 1237 h 3618"/>
                <a:gd name="T28" fmla="*/ 2058 w 2173"/>
                <a:gd name="T29" fmla="*/ 1252 h 3618"/>
                <a:gd name="T30" fmla="*/ 2020 w 2173"/>
                <a:gd name="T31" fmla="*/ 1262 h 3618"/>
                <a:gd name="T32" fmla="*/ 1982 w 2173"/>
                <a:gd name="T33" fmla="*/ 1262 h 3618"/>
                <a:gd name="T34" fmla="*/ 1946 w 2173"/>
                <a:gd name="T35" fmla="*/ 1252 h 3618"/>
                <a:gd name="T36" fmla="*/ 1910 w 2173"/>
                <a:gd name="T37" fmla="*/ 1237 h 3618"/>
                <a:gd name="T38" fmla="*/ 1880 w 2173"/>
                <a:gd name="T39" fmla="*/ 1213 h 3618"/>
                <a:gd name="T40" fmla="*/ 1259 w 2173"/>
                <a:gd name="T41" fmla="*/ 590 h 3618"/>
                <a:gd name="T42" fmla="*/ 1259 w 2173"/>
                <a:gd name="T43" fmla="*/ 3446 h 3618"/>
                <a:gd name="T44" fmla="*/ 1254 w 2173"/>
                <a:gd name="T45" fmla="*/ 3485 h 3618"/>
                <a:gd name="T46" fmla="*/ 1240 w 2173"/>
                <a:gd name="T47" fmla="*/ 3521 h 3618"/>
                <a:gd name="T48" fmla="*/ 1222 w 2173"/>
                <a:gd name="T49" fmla="*/ 3553 h 3618"/>
                <a:gd name="T50" fmla="*/ 1195 w 2173"/>
                <a:gd name="T51" fmla="*/ 3580 h 3618"/>
                <a:gd name="T52" fmla="*/ 1163 w 2173"/>
                <a:gd name="T53" fmla="*/ 3601 h 3618"/>
                <a:gd name="T54" fmla="*/ 1125 w 2173"/>
                <a:gd name="T55" fmla="*/ 3614 h 3618"/>
                <a:gd name="T56" fmla="*/ 1085 w 2173"/>
                <a:gd name="T57" fmla="*/ 3618 h 3618"/>
                <a:gd name="T58" fmla="*/ 1046 w 2173"/>
                <a:gd name="T59" fmla="*/ 3614 h 3618"/>
                <a:gd name="T60" fmla="*/ 1010 w 2173"/>
                <a:gd name="T61" fmla="*/ 3601 h 3618"/>
                <a:gd name="T62" fmla="*/ 978 w 2173"/>
                <a:gd name="T63" fmla="*/ 3580 h 3618"/>
                <a:gd name="T64" fmla="*/ 951 w 2173"/>
                <a:gd name="T65" fmla="*/ 3553 h 3618"/>
                <a:gd name="T66" fmla="*/ 930 w 2173"/>
                <a:gd name="T67" fmla="*/ 3521 h 3618"/>
                <a:gd name="T68" fmla="*/ 917 w 2173"/>
                <a:gd name="T69" fmla="*/ 3485 h 3618"/>
                <a:gd name="T70" fmla="*/ 913 w 2173"/>
                <a:gd name="T71" fmla="*/ 3446 h 3618"/>
                <a:gd name="T72" fmla="*/ 913 w 2173"/>
                <a:gd name="T73" fmla="*/ 590 h 3618"/>
                <a:gd name="T74" fmla="*/ 293 w 2173"/>
                <a:gd name="T75" fmla="*/ 1213 h 3618"/>
                <a:gd name="T76" fmla="*/ 264 w 2173"/>
                <a:gd name="T77" fmla="*/ 1234 h 3618"/>
                <a:gd name="T78" fmla="*/ 234 w 2173"/>
                <a:gd name="T79" fmla="*/ 1251 h 3618"/>
                <a:gd name="T80" fmla="*/ 204 w 2173"/>
                <a:gd name="T81" fmla="*/ 1260 h 3618"/>
                <a:gd name="T82" fmla="*/ 170 w 2173"/>
                <a:gd name="T83" fmla="*/ 1264 h 3618"/>
                <a:gd name="T84" fmla="*/ 138 w 2173"/>
                <a:gd name="T85" fmla="*/ 1260 h 3618"/>
                <a:gd name="T86" fmla="*/ 106 w 2173"/>
                <a:gd name="T87" fmla="*/ 1251 h 3618"/>
                <a:gd name="T88" fmla="*/ 75 w 2173"/>
                <a:gd name="T89" fmla="*/ 1234 h 3618"/>
                <a:gd name="T90" fmla="*/ 49 w 2173"/>
                <a:gd name="T91" fmla="*/ 1213 h 3618"/>
                <a:gd name="T92" fmla="*/ 24 w 2173"/>
                <a:gd name="T93" fmla="*/ 1181 h 3618"/>
                <a:gd name="T94" fmla="*/ 7 w 2173"/>
                <a:gd name="T95" fmla="*/ 1145 h 3618"/>
                <a:gd name="T96" fmla="*/ 0 w 2173"/>
                <a:gd name="T97" fmla="*/ 1109 h 3618"/>
                <a:gd name="T98" fmla="*/ 0 w 2173"/>
                <a:gd name="T99" fmla="*/ 1071 h 3618"/>
                <a:gd name="T100" fmla="*/ 7 w 2173"/>
                <a:gd name="T101" fmla="*/ 1033 h 3618"/>
                <a:gd name="T102" fmla="*/ 24 w 2173"/>
                <a:gd name="T103" fmla="*/ 999 h 3618"/>
                <a:gd name="T104" fmla="*/ 49 w 2173"/>
                <a:gd name="T105" fmla="*/ 967 h 3618"/>
                <a:gd name="T106" fmla="*/ 964 w 2173"/>
                <a:gd name="T107" fmla="*/ 51 h 3618"/>
                <a:gd name="T108" fmla="*/ 991 w 2173"/>
                <a:gd name="T109" fmla="*/ 30 h 3618"/>
                <a:gd name="T110" fmla="*/ 1021 w 2173"/>
                <a:gd name="T111" fmla="*/ 13 h 3618"/>
                <a:gd name="T112" fmla="*/ 1053 w 2173"/>
                <a:gd name="T113" fmla="*/ 4 h 3618"/>
                <a:gd name="T114" fmla="*/ 1085 w 2173"/>
                <a:gd name="T115" fmla="*/ 0 h 3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73" h="3618">
                  <a:moveTo>
                    <a:pt x="1085" y="0"/>
                  </a:moveTo>
                  <a:lnTo>
                    <a:pt x="1119" y="4"/>
                  </a:lnTo>
                  <a:lnTo>
                    <a:pt x="1152" y="13"/>
                  </a:lnTo>
                  <a:lnTo>
                    <a:pt x="1182" y="30"/>
                  </a:lnTo>
                  <a:lnTo>
                    <a:pt x="1208" y="51"/>
                  </a:lnTo>
                  <a:lnTo>
                    <a:pt x="2124" y="967"/>
                  </a:lnTo>
                  <a:lnTo>
                    <a:pt x="2148" y="999"/>
                  </a:lnTo>
                  <a:lnTo>
                    <a:pt x="2165" y="1033"/>
                  </a:lnTo>
                  <a:lnTo>
                    <a:pt x="2173" y="1071"/>
                  </a:lnTo>
                  <a:lnTo>
                    <a:pt x="2173" y="1109"/>
                  </a:lnTo>
                  <a:lnTo>
                    <a:pt x="2165" y="1145"/>
                  </a:lnTo>
                  <a:lnTo>
                    <a:pt x="2148" y="1181"/>
                  </a:lnTo>
                  <a:lnTo>
                    <a:pt x="2124" y="1213"/>
                  </a:lnTo>
                  <a:lnTo>
                    <a:pt x="2092" y="1237"/>
                  </a:lnTo>
                  <a:lnTo>
                    <a:pt x="2058" y="1252"/>
                  </a:lnTo>
                  <a:lnTo>
                    <a:pt x="2020" y="1262"/>
                  </a:lnTo>
                  <a:lnTo>
                    <a:pt x="1982" y="1262"/>
                  </a:lnTo>
                  <a:lnTo>
                    <a:pt x="1946" y="1252"/>
                  </a:lnTo>
                  <a:lnTo>
                    <a:pt x="1910" y="1237"/>
                  </a:lnTo>
                  <a:lnTo>
                    <a:pt x="1880" y="1213"/>
                  </a:lnTo>
                  <a:lnTo>
                    <a:pt x="1259" y="590"/>
                  </a:lnTo>
                  <a:lnTo>
                    <a:pt x="1259" y="3446"/>
                  </a:lnTo>
                  <a:lnTo>
                    <a:pt x="1254" y="3485"/>
                  </a:lnTo>
                  <a:lnTo>
                    <a:pt x="1240" y="3521"/>
                  </a:lnTo>
                  <a:lnTo>
                    <a:pt x="1222" y="3553"/>
                  </a:lnTo>
                  <a:lnTo>
                    <a:pt x="1195" y="3580"/>
                  </a:lnTo>
                  <a:lnTo>
                    <a:pt x="1163" y="3601"/>
                  </a:lnTo>
                  <a:lnTo>
                    <a:pt x="1125" y="3614"/>
                  </a:lnTo>
                  <a:lnTo>
                    <a:pt x="1085" y="3618"/>
                  </a:lnTo>
                  <a:lnTo>
                    <a:pt x="1046" y="3614"/>
                  </a:lnTo>
                  <a:lnTo>
                    <a:pt x="1010" y="3601"/>
                  </a:lnTo>
                  <a:lnTo>
                    <a:pt x="978" y="3580"/>
                  </a:lnTo>
                  <a:lnTo>
                    <a:pt x="951" y="3553"/>
                  </a:lnTo>
                  <a:lnTo>
                    <a:pt x="930" y="3521"/>
                  </a:lnTo>
                  <a:lnTo>
                    <a:pt x="917" y="3485"/>
                  </a:lnTo>
                  <a:lnTo>
                    <a:pt x="913" y="3446"/>
                  </a:lnTo>
                  <a:lnTo>
                    <a:pt x="913" y="590"/>
                  </a:lnTo>
                  <a:lnTo>
                    <a:pt x="293" y="1213"/>
                  </a:lnTo>
                  <a:lnTo>
                    <a:pt x="264" y="1234"/>
                  </a:lnTo>
                  <a:lnTo>
                    <a:pt x="234" y="1251"/>
                  </a:lnTo>
                  <a:lnTo>
                    <a:pt x="204" y="1260"/>
                  </a:lnTo>
                  <a:lnTo>
                    <a:pt x="170" y="1264"/>
                  </a:lnTo>
                  <a:lnTo>
                    <a:pt x="138" y="1260"/>
                  </a:lnTo>
                  <a:lnTo>
                    <a:pt x="106" y="1251"/>
                  </a:lnTo>
                  <a:lnTo>
                    <a:pt x="75" y="1234"/>
                  </a:lnTo>
                  <a:lnTo>
                    <a:pt x="49" y="1213"/>
                  </a:lnTo>
                  <a:lnTo>
                    <a:pt x="24" y="1181"/>
                  </a:lnTo>
                  <a:lnTo>
                    <a:pt x="7" y="1145"/>
                  </a:lnTo>
                  <a:lnTo>
                    <a:pt x="0" y="1109"/>
                  </a:lnTo>
                  <a:lnTo>
                    <a:pt x="0" y="1071"/>
                  </a:lnTo>
                  <a:lnTo>
                    <a:pt x="7" y="1033"/>
                  </a:lnTo>
                  <a:lnTo>
                    <a:pt x="24" y="999"/>
                  </a:lnTo>
                  <a:lnTo>
                    <a:pt x="49" y="967"/>
                  </a:lnTo>
                  <a:lnTo>
                    <a:pt x="964" y="51"/>
                  </a:lnTo>
                  <a:lnTo>
                    <a:pt x="991" y="30"/>
                  </a:lnTo>
                  <a:lnTo>
                    <a:pt x="1021" y="13"/>
                  </a:lnTo>
                  <a:lnTo>
                    <a:pt x="1053" y="4"/>
                  </a:lnTo>
                  <a:lnTo>
                    <a:pt x="10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2E6F3E-03AD-E74F-8F08-7D092A2735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139770" y="2845518"/>
            <a:ext cx="739084" cy="868400"/>
            <a:chOff x="5529263" y="1260476"/>
            <a:chExt cx="4173538" cy="4903788"/>
          </a:xfrm>
          <a:solidFill>
            <a:schemeClr val="bg1"/>
          </a:solidFill>
        </p:grpSpPr>
        <p:sp>
          <p:nvSpPr>
            <p:cNvPr id="12" name="Freeform 98">
              <a:extLst>
                <a:ext uri="{FF2B5EF4-FFF2-40B4-BE49-F238E27FC236}">
                  <a16:creationId xmlns:a16="http://schemas.microsoft.com/office/drawing/2014/main" id="{F3A88A31-0AB2-EA42-AC54-6C232EB7DE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4788" y="1260476"/>
              <a:ext cx="2119313" cy="2641600"/>
            </a:xfrm>
            <a:custGeom>
              <a:avLst/>
              <a:gdLst>
                <a:gd name="T0" fmla="*/ 1206 w 2670"/>
                <a:gd name="T1" fmla="*/ 352 h 3329"/>
                <a:gd name="T2" fmla="*/ 1012 w 2670"/>
                <a:gd name="T3" fmla="*/ 390 h 3329"/>
                <a:gd name="T4" fmla="*/ 803 w 2670"/>
                <a:gd name="T5" fmla="*/ 478 h 3329"/>
                <a:gd name="T6" fmla="*/ 608 w 2670"/>
                <a:gd name="T7" fmla="*/ 638 h 3329"/>
                <a:gd name="T8" fmla="*/ 451 w 2670"/>
                <a:gd name="T9" fmla="*/ 890 h 3329"/>
                <a:gd name="T10" fmla="*/ 363 w 2670"/>
                <a:gd name="T11" fmla="*/ 1253 h 3329"/>
                <a:gd name="T12" fmla="*/ 352 w 2670"/>
                <a:gd name="T13" fmla="*/ 1373 h 3329"/>
                <a:gd name="T14" fmla="*/ 346 w 2670"/>
                <a:gd name="T15" fmla="*/ 1471 h 3329"/>
                <a:gd name="T16" fmla="*/ 346 w 2670"/>
                <a:gd name="T17" fmla="*/ 1715 h 3329"/>
                <a:gd name="T18" fmla="*/ 382 w 2670"/>
                <a:gd name="T19" fmla="*/ 2045 h 3329"/>
                <a:gd name="T20" fmla="*/ 482 w 2670"/>
                <a:gd name="T21" fmla="*/ 2396 h 3329"/>
                <a:gd name="T22" fmla="*/ 670 w 2670"/>
                <a:gd name="T23" fmla="*/ 2710 h 3329"/>
                <a:gd name="T24" fmla="*/ 954 w 2670"/>
                <a:gd name="T25" fmla="*/ 2913 h 3329"/>
                <a:gd name="T26" fmla="*/ 1328 w 2670"/>
                <a:gd name="T27" fmla="*/ 2983 h 3329"/>
                <a:gd name="T28" fmla="*/ 1631 w 2670"/>
                <a:gd name="T29" fmla="*/ 2943 h 3329"/>
                <a:gd name="T30" fmla="*/ 1938 w 2670"/>
                <a:gd name="T31" fmla="*/ 2774 h 3329"/>
                <a:gd name="T32" fmla="*/ 2153 w 2670"/>
                <a:gd name="T33" fmla="*/ 2481 h 3329"/>
                <a:gd name="T34" fmla="*/ 2271 w 2670"/>
                <a:gd name="T35" fmla="*/ 2133 h 3329"/>
                <a:gd name="T36" fmla="*/ 2318 w 2670"/>
                <a:gd name="T37" fmla="*/ 1793 h 3329"/>
                <a:gd name="T38" fmla="*/ 2326 w 2670"/>
                <a:gd name="T39" fmla="*/ 1522 h 3329"/>
                <a:gd name="T40" fmla="*/ 2318 w 2670"/>
                <a:gd name="T41" fmla="*/ 1381 h 3329"/>
                <a:gd name="T42" fmla="*/ 2316 w 2670"/>
                <a:gd name="T43" fmla="*/ 1362 h 3329"/>
                <a:gd name="T44" fmla="*/ 2248 w 2670"/>
                <a:gd name="T45" fmla="*/ 973 h 3329"/>
                <a:gd name="T46" fmla="*/ 2107 w 2670"/>
                <a:gd name="T47" fmla="*/ 696 h 3329"/>
                <a:gd name="T48" fmla="*/ 1917 w 2670"/>
                <a:gd name="T49" fmla="*/ 514 h 3329"/>
                <a:gd name="T50" fmla="*/ 1703 w 2670"/>
                <a:gd name="T51" fmla="*/ 407 h 3329"/>
                <a:gd name="T52" fmla="*/ 1488 w 2670"/>
                <a:gd name="T53" fmla="*/ 358 h 3329"/>
                <a:gd name="T54" fmla="*/ 1326 w 2670"/>
                <a:gd name="T55" fmla="*/ 346 h 3329"/>
                <a:gd name="T56" fmla="*/ 1599 w 2670"/>
                <a:gd name="T57" fmla="*/ 23 h 3329"/>
                <a:gd name="T58" fmla="*/ 2040 w 2670"/>
                <a:gd name="T59" fmla="*/ 181 h 3329"/>
                <a:gd name="T60" fmla="*/ 2232 w 2670"/>
                <a:gd name="T61" fmla="*/ 320 h 3329"/>
                <a:gd name="T62" fmla="*/ 2416 w 2670"/>
                <a:gd name="T63" fmla="*/ 531 h 3329"/>
                <a:gd name="T64" fmla="*/ 2565 w 2670"/>
                <a:gd name="T65" fmla="*/ 826 h 3329"/>
                <a:gd name="T66" fmla="*/ 2651 w 2670"/>
                <a:gd name="T67" fmla="*/ 1225 h 3329"/>
                <a:gd name="T68" fmla="*/ 2666 w 2670"/>
                <a:gd name="T69" fmla="*/ 1435 h 3329"/>
                <a:gd name="T70" fmla="*/ 2668 w 2670"/>
                <a:gd name="T71" fmla="*/ 1699 h 3329"/>
                <a:gd name="T72" fmla="*/ 2632 w 2670"/>
                <a:gd name="T73" fmla="*/ 2063 h 3329"/>
                <a:gd name="T74" fmla="*/ 2529 w 2670"/>
                <a:gd name="T75" fmla="*/ 2468 h 3329"/>
                <a:gd name="T76" fmla="*/ 2328 w 2670"/>
                <a:gd name="T77" fmla="*/ 2853 h 3329"/>
                <a:gd name="T78" fmla="*/ 2008 w 2670"/>
                <a:gd name="T79" fmla="*/ 3150 h 3329"/>
                <a:gd name="T80" fmla="*/ 1594 w 2670"/>
                <a:gd name="T81" fmla="*/ 3306 h 3329"/>
                <a:gd name="T82" fmla="*/ 1191 w 2670"/>
                <a:gd name="T83" fmla="*/ 3323 h 3329"/>
                <a:gd name="T84" fmla="*/ 756 w 2670"/>
                <a:gd name="T85" fmla="*/ 3203 h 3329"/>
                <a:gd name="T86" fmla="*/ 412 w 2670"/>
                <a:gd name="T87" fmla="*/ 2940 h 3329"/>
                <a:gd name="T88" fmla="*/ 181 w 2670"/>
                <a:gd name="T89" fmla="*/ 2569 h 3329"/>
                <a:gd name="T90" fmla="*/ 56 w 2670"/>
                <a:gd name="T91" fmla="*/ 2163 h 3329"/>
                <a:gd name="T92" fmla="*/ 7 w 2670"/>
                <a:gd name="T93" fmla="*/ 1783 h 3329"/>
                <a:gd name="T94" fmla="*/ 2 w 2670"/>
                <a:gd name="T95" fmla="*/ 1488 h 3329"/>
                <a:gd name="T96" fmla="*/ 11 w 2670"/>
                <a:gd name="T97" fmla="*/ 1341 h 3329"/>
                <a:gd name="T98" fmla="*/ 77 w 2670"/>
                <a:gd name="T99" fmla="*/ 914 h 3329"/>
                <a:gd name="T100" fmla="*/ 216 w 2670"/>
                <a:gd name="T101" fmla="*/ 591 h 3329"/>
                <a:gd name="T102" fmla="*/ 395 w 2670"/>
                <a:gd name="T103" fmla="*/ 360 h 3329"/>
                <a:gd name="T104" fmla="*/ 591 w 2670"/>
                <a:gd name="T105" fmla="*/ 204 h 3329"/>
                <a:gd name="T106" fmla="*/ 937 w 2670"/>
                <a:gd name="T107" fmla="*/ 53 h 3329"/>
                <a:gd name="T108" fmla="*/ 1268 w 2670"/>
                <a:gd name="T109" fmla="*/ 0 h 3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70" h="3329">
                  <a:moveTo>
                    <a:pt x="1326" y="346"/>
                  </a:moveTo>
                  <a:lnTo>
                    <a:pt x="1291" y="346"/>
                  </a:lnTo>
                  <a:lnTo>
                    <a:pt x="1249" y="348"/>
                  </a:lnTo>
                  <a:lnTo>
                    <a:pt x="1206" y="352"/>
                  </a:lnTo>
                  <a:lnTo>
                    <a:pt x="1161" y="358"/>
                  </a:lnTo>
                  <a:lnTo>
                    <a:pt x="1112" y="365"/>
                  </a:lnTo>
                  <a:lnTo>
                    <a:pt x="1063" y="377"/>
                  </a:lnTo>
                  <a:lnTo>
                    <a:pt x="1012" y="390"/>
                  </a:lnTo>
                  <a:lnTo>
                    <a:pt x="960" y="407"/>
                  </a:lnTo>
                  <a:lnTo>
                    <a:pt x="907" y="425"/>
                  </a:lnTo>
                  <a:lnTo>
                    <a:pt x="854" y="450"/>
                  </a:lnTo>
                  <a:lnTo>
                    <a:pt x="803" y="478"/>
                  </a:lnTo>
                  <a:lnTo>
                    <a:pt x="751" y="510"/>
                  </a:lnTo>
                  <a:lnTo>
                    <a:pt x="702" y="548"/>
                  </a:lnTo>
                  <a:lnTo>
                    <a:pt x="653" y="591"/>
                  </a:lnTo>
                  <a:lnTo>
                    <a:pt x="608" y="638"/>
                  </a:lnTo>
                  <a:lnTo>
                    <a:pt x="563" y="692"/>
                  </a:lnTo>
                  <a:lnTo>
                    <a:pt x="521" y="751"/>
                  </a:lnTo>
                  <a:lnTo>
                    <a:pt x="485" y="817"/>
                  </a:lnTo>
                  <a:lnTo>
                    <a:pt x="451" y="890"/>
                  </a:lnTo>
                  <a:lnTo>
                    <a:pt x="421" y="969"/>
                  </a:lnTo>
                  <a:lnTo>
                    <a:pt x="397" y="1055"/>
                  </a:lnTo>
                  <a:lnTo>
                    <a:pt x="376" y="1149"/>
                  </a:lnTo>
                  <a:lnTo>
                    <a:pt x="363" y="1253"/>
                  </a:lnTo>
                  <a:lnTo>
                    <a:pt x="354" y="1362"/>
                  </a:lnTo>
                  <a:lnTo>
                    <a:pt x="354" y="1366"/>
                  </a:lnTo>
                  <a:lnTo>
                    <a:pt x="354" y="1369"/>
                  </a:lnTo>
                  <a:lnTo>
                    <a:pt x="352" y="1373"/>
                  </a:lnTo>
                  <a:lnTo>
                    <a:pt x="352" y="1381"/>
                  </a:lnTo>
                  <a:lnTo>
                    <a:pt x="350" y="1400"/>
                  </a:lnTo>
                  <a:lnTo>
                    <a:pt x="348" y="1430"/>
                  </a:lnTo>
                  <a:lnTo>
                    <a:pt x="346" y="1471"/>
                  </a:lnTo>
                  <a:lnTo>
                    <a:pt x="344" y="1522"/>
                  </a:lnTo>
                  <a:lnTo>
                    <a:pt x="344" y="1578"/>
                  </a:lnTo>
                  <a:lnTo>
                    <a:pt x="344" y="1644"/>
                  </a:lnTo>
                  <a:lnTo>
                    <a:pt x="346" y="1715"/>
                  </a:lnTo>
                  <a:lnTo>
                    <a:pt x="352" y="1793"/>
                  </a:lnTo>
                  <a:lnTo>
                    <a:pt x="359" y="1873"/>
                  </a:lnTo>
                  <a:lnTo>
                    <a:pt x="369" y="1958"/>
                  </a:lnTo>
                  <a:lnTo>
                    <a:pt x="382" y="2045"/>
                  </a:lnTo>
                  <a:lnTo>
                    <a:pt x="401" y="2133"/>
                  </a:lnTo>
                  <a:lnTo>
                    <a:pt x="423" y="2221"/>
                  </a:lnTo>
                  <a:lnTo>
                    <a:pt x="450" y="2310"/>
                  </a:lnTo>
                  <a:lnTo>
                    <a:pt x="482" y="2396"/>
                  </a:lnTo>
                  <a:lnTo>
                    <a:pt x="519" y="2481"/>
                  </a:lnTo>
                  <a:lnTo>
                    <a:pt x="563" y="2562"/>
                  </a:lnTo>
                  <a:lnTo>
                    <a:pt x="613" y="2639"/>
                  </a:lnTo>
                  <a:lnTo>
                    <a:pt x="670" y="2710"/>
                  </a:lnTo>
                  <a:lnTo>
                    <a:pt x="734" y="2774"/>
                  </a:lnTo>
                  <a:lnTo>
                    <a:pt x="801" y="2829"/>
                  </a:lnTo>
                  <a:lnTo>
                    <a:pt x="875" y="2876"/>
                  </a:lnTo>
                  <a:lnTo>
                    <a:pt x="954" y="2913"/>
                  </a:lnTo>
                  <a:lnTo>
                    <a:pt x="1039" y="2943"/>
                  </a:lnTo>
                  <a:lnTo>
                    <a:pt x="1129" y="2966"/>
                  </a:lnTo>
                  <a:lnTo>
                    <a:pt x="1225" y="2979"/>
                  </a:lnTo>
                  <a:lnTo>
                    <a:pt x="1328" y="2983"/>
                  </a:lnTo>
                  <a:lnTo>
                    <a:pt x="1342" y="2983"/>
                  </a:lnTo>
                  <a:lnTo>
                    <a:pt x="1443" y="2979"/>
                  </a:lnTo>
                  <a:lnTo>
                    <a:pt x="1541" y="2966"/>
                  </a:lnTo>
                  <a:lnTo>
                    <a:pt x="1631" y="2943"/>
                  </a:lnTo>
                  <a:lnTo>
                    <a:pt x="1716" y="2913"/>
                  </a:lnTo>
                  <a:lnTo>
                    <a:pt x="1795" y="2876"/>
                  </a:lnTo>
                  <a:lnTo>
                    <a:pt x="1868" y="2829"/>
                  </a:lnTo>
                  <a:lnTo>
                    <a:pt x="1938" y="2774"/>
                  </a:lnTo>
                  <a:lnTo>
                    <a:pt x="2000" y="2710"/>
                  </a:lnTo>
                  <a:lnTo>
                    <a:pt x="2058" y="2639"/>
                  </a:lnTo>
                  <a:lnTo>
                    <a:pt x="2107" y="2562"/>
                  </a:lnTo>
                  <a:lnTo>
                    <a:pt x="2153" y="2481"/>
                  </a:lnTo>
                  <a:lnTo>
                    <a:pt x="2190" y="2396"/>
                  </a:lnTo>
                  <a:lnTo>
                    <a:pt x="2222" y="2310"/>
                  </a:lnTo>
                  <a:lnTo>
                    <a:pt x="2248" y="2221"/>
                  </a:lnTo>
                  <a:lnTo>
                    <a:pt x="2271" y="2133"/>
                  </a:lnTo>
                  <a:lnTo>
                    <a:pt x="2288" y="2045"/>
                  </a:lnTo>
                  <a:lnTo>
                    <a:pt x="2301" y="1958"/>
                  </a:lnTo>
                  <a:lnTo>
                    <a:pt x="2312" y="1873"/>
                  </a:lnTo>
                  <a:lnTo>
                    <a:pt x="2318" y="1793"/>
                  </a:lnTo>
                  <a:lnTo>
                    <a:pt x="2324" y="1715"/>
                  </a:lnTo>
                  <a:lnTo>
                    <a:pt x="2326" y="1644"/>
                  </a:lnTo>
                  <a:lnTo>
                    <a:pt x="2326" y="1580"/>
                  </a:lnTo>
                  <a:lnTo>
                    <a:pt x="2326" y="1522"/>
                  </a:lnTo>
                  <a:lnTo>
                    <a:pt x="2324" y="1471"/>
                  </a:lnTo>
                  <a:lnTo>
                    <a:pt x="2322" y="1432"/>
                  </a:lnTo>
                  <a:lnTo>
                    <a:pt x="2320" y="1400"/>
                  </a:lnTo>
                  <a:lnTo>
                    <a:pt x="2318" y="1381"/>
                  </a:lnTo>
                  <a:lnTo>
                    <a:pt x="2316" y="1373"/>
                  </a:lnTo>
                  <a:lnTo>
                    <a:pt x="2316" y="1369"/>
                  </a:lnTo>
                  <a:lnTo>
                    <a:pt x="2316" y="1366"/>
                  </a:lnTo>
                  <a:lnTo>
                    <a:pt x="2316" y="1362"/>
                  </a:lnTo>
                  <a:lnTo>
                    <a:pt x="2307" y="1253"/>
                  </a:lnTo>
                  <a:lnTo>
                    <a:pt x="2294" y="1153"/>
                  </a:lnTo>
                  <a:lnTo>
                    <a:pt x="2273" y="1059"/>
                  </a:lnTo>
                  <a:lnTo>
                    <a:pt x="2248" y="973"/>
                  </a:lnTo>
                  <a:lnTo>
                    <a:pt x="2220" y="894"/>
                  </a:lnTo>
                  <a:lnTo>
                    <a:pt x="2186" y="822"/>
                  </a:lnTo>
                  <a:lnTo>
                    <a:pt x="2149" y="756"/>
                  </a:lnTo>
                  <a:lnTo>
                    <a:pt x="2107" y="696"/>
                  </a:lnTo>
                  <a:lnTo>
                    <a:pt x="2064" y="642"/>
                  </a:lnTo>
                  <a:lnTo>
                    <a:pt x="2017" y="595"/>
                  </a:lnTo>
                  <a:lnTo>
                    <a:pt x="1968" y="551"/>
                  </a:lnTo>
                  <a:lnTo>
                    <a:pt x="1917" y="514"/>
                  </a:lnTo>
                  <a:lnTo>
                    <a:pt x="1865" y="482"/>
                  </a:lnTo>
                  <a:lnTo>
                    <a:pt x="1812" y="452"/>
                  </a:lnTo>
                  <a:lnTo>
                    <a:pt x="1757" y="427"/>
                  </a:lnTo>
                  <a:lnTo>
                    <a:pt x="1703" y="407"/>
                  </a:lnTo>
                  <a:lnTo>
                    <a:pt x="1648" y="390"/>
                  </a:lnTo>
                  <a:lnTo>
                    <a:pt x="1594" y="377"/>
                  </a:lnTo>
                  <a:lnTo>
                    <a:pt x="1541" y="365"/>
                  </a:lnTo>
                  <a:lnTo>
                    <a:pt x="1488" y="358"/>
                  </a:lnTo>
                  <a:lnTo>
                    <a:pt x="1437" y="352"/>
                  </a:lnTo>
                  <a:lnTo>
                    <a:pt x="1389" y="348"/>
                  </a:lnTo>
                  <a:lnTo>
                    <a:pt x="1342" y="346"/>
                  </a:lnTo>
                  <a:lnTo>
                    <a:pt x="1326" y="346"/>
                  </a:lnTo>
                  <a:close/>
                  <a:moveTo>
                    <a:pt x="1328" y="0"/>
                  </a:moveTo>
                  <a:lnTo>
                    <a:pt x="1351" y="0"/>
                  </a:lnTo>
                  <a:lnTo>
                    <a:pt x="1477" y="8"/>
                  </a:lnTo>
                  <a:lnTo>
                    <a:pt x="1599" y="23"/>
                  </a:lnTo>
                  <a:lnTo>
                    <a:pt x="1718" y="49"/>
                  </a:lnTo>
                  <a:lnTo>
                    <a:pt x="1829" y="85"/>
                  </a:lnTo>
                  <a:lnTo>
                    <a:pt x="1936" y="128"/>
                  </a:lnTo>
                  <a:lnTo>
                    <a:pt x="2040" y="181"/>
                  </a:lnTo>
                  <a:lnTo>
                    <a:pt x="2087" y="209"/>
                  </a:lnTo>
                  <a:lnTo>
                    <a:pt x="2134" y="241"/>
                  </a:lnTo>
                  <a:lnTo>
                    <a:pt x="2183" y="279"/>
                  </a:lnTo>
                  <a:lnTo>
                    <a:pt x="2232" y="320"/>
                  </a:lnTo>
                  <a:lnTo>
                    <a:pt x="2280" y="365"/>
                  </a:lnTo>
                  <a:lnTo>
                    <a:pt x="2326" y="414"/>
                  </a:lnTo>
                  <a:lnTo>
                    <a:pt x="2373" y="471"/>
                  </a:lnTo>
                  <a:lnTo>
                    <a:pt x="2416" y="531"/>
                  </a:lnTo>
                  <a:lnTo>
                    <a:pt x="2457" y="595"/>
                  </a:lnTo>
                  <a:lnTo>
                    <a:pt x="2497" y="666"/>
                  </a:lnTo>
                  <a:lnTo>
                    <a:pt x="2533" y="743"/>
                  </a:lnTo>
                  <a:lnTo>
                    <a:pt x="2565" y="826"/>
                  </a:lnTo>
                  <a:lnTo>
                    <a:pt x="2593" y="916"/>
                  </a:lnTo>
                  <a:lnTo>
                    <a:pt x="2617" y="1012"/>
                  </a:lnTo>
                  <a:lnTo>
                    <a:pt x="2636" y="1116"/>
                  </a:lnTo>
                  <a:lnTo>
                    <a:pt x="2651" y="1225"/>
                  </a:lnTo>
                  <a:lnTo>
                    <a:pt x="2661" y="1341"/>
                  </a:lnTo>
                  <a:lnTo>
                    <a:pt x="2662" y="1360"/>
                  </a:lnTo>
                  <a:lnTo>
                    <a:pt x="2664" y="1392"/>
                  </a:lnTo>
                  <a:lnTo>
                    <a:pt x="2666" y="1435"/>
                  </a:lnTo>
                  <a:lnTo>
                    <a:pt x="2668" y="1488"/>
                  </a:lnTo>
                  <a:lnTo>
                    <a:pt x="2670" y="1550"/>
                  </a:lnTo>
                  <a:lnTo>
                    <a:pt x="2670" y="1621"/>
                  </a:lnTo>
                  <a:lnTo>
                    <a:pt x="2668" y="1699"/>
                  </a:lnTo>
                  <a:lnTo>
                    <a:pt x="2664" y="1783"/>
                  </a:lnTo>
                  <a:lnTo>
                    <a:pt x="2657" y="1872"/>
                  </a:lnTo>
                  <a:lnTo>
                    <a:pt x="2647" y="1966"/>
                  </a:lnTo>
                  <a:lnTo>
                    <a:pt x="2632" y="2063"/>
                  </a:lnTo>
                  <a:lnTo>
                    <a:pt x="2615" y="2163"/>
                  </a:lnTo>
                  <a:lnTo>
                    <a:pt x="2591" y="2265"/>
                  </a:lnTo>
                  <a:lnTo>
                    <a:pt x="2563" y="2366"/>
                  </a:lnTo>
                  <a:lnTo>
                    <a:pt x="2529" y="2468"/>
                  </a:lnTo>
                  <a:lnTo>
                    <a:pt x="2489" y="2569"/>
                  </a:lnTo>
                  <a:lnTo>
                    <a:pt x="2442" y="2667"/>
                  </a:lnTo>
                  <a:lnTo>
                    <a:pt x="2390" y="2761"/>
                  </a:lnTo>
                  <a:lnTo>
                    <a:pt x="2328" y="2853"/>
                  </a:lnTo>
                  <a:lnTo>
                    <a:pt x="2258" y="2940"/>
                  </a:lnTo>
                  <a:lnTo>
                    <a:pt x="2181" y="3019"/>
                  </a:lnTo>
                  <a:lnTo>
                    <a:pt x="2096" y="3090"/>
                  </a:lnTo>
                  <a:lnTo>
                    <a:pt x="2008" y="3150"/>
                  </a:lnTo>
                  <a:lnTo>
                    <a:pt x="1914" y="3203"/>
                  </a:lnTo>
                  <a:lnTo>
                    <a:pt x="1812" y="3246"/>
                  </a:lnTo>
                  <a:lnTo>
                    <a:pt x="1707" y="3282"/>
                  </a:lnTo>
                  <a:lnTo>
                    <a:pt x="1594" y="3306"/>
                  </a:lnTo>
                  <a:lnTo>
                    <a:pt x="1477" y="3323"/>
                  </a:lnTo>
                  <a:lnTo>
                    <a:pt x="1355" y="3329"/>
                  </a:lnTo>
                  <a:lnTo>
                    <a:pt x="1313" y="3329"/>
                  </a:lnTo>
                  <a:lnTo>
                    <a:pt x="1191" y="3323"/>
                  </a:lnTo>
                  <a:lnTo>
                    <a:pt x="1074" y="3306"/>
                  </a:lnTo>
                  <a:lnTo>
                    <a:pt x="963" y="3282"/>
                  </a:lnTo>
                  <a:lnTo>
                    <a:pt x="858" y="3246"/>
                  </a:lnTo>
                  <a:lnTo>
                    <a:pt x="756" y="3203"/>
                  </a:lnTo>
                  <a:lnTo>
                    <a:pt x="662" y="3150"/>
                  </a:lnTo>
                  <a:lnTo>
                    <a:pt x="574" y="3090"/>
                  </a:lnTo>
                  <a:lnTo>
                    <a:pt x="489" y="3019"/>
                  </a:lnTo>
                  <a:lnTo>
                    <a:pt x="412" y="2940"/>
                  </a:lnTo>
                  <a:lnTo>
                    <a:pt x="342" y="2853"/>
                  </a:lnTo>
                  <a:lnTo>
                    <a:pt x="282" y="2761"/>
                  </a:lnTo>
                  <a:lnTo>
                    <a:pt x="228" y="2667"/>
                  </a:lnTo>
                  <a:lnTo>
                    <a:pt x="181" y="2569"/>
                  </a:lnTo>
                  <a:lnTo>
                    <a:pt x="141" y="2468"/>
                  </a:lnTo>
                  <a:lnTo>
                    <a:pt x="107" y="2366"/>
                  </a:lnTo>
                  <a:lnTo>
                    <a:pt x="79" y="2265"/>
                  </a:lnTo>
                  <a:lnTo>
                    <a:pt x="56" y="2163"/>
                  </a:lnTo>
                  <a:lnTo>
                    <a:pt x="38" y="2063"/>
                  </a:lnTo>
                  <a:lnTo>
                    <a:pt x="24" y="1966"/>
                  </a:lnTo>
                  <a:lnTo>
                    <a:pt x="13" y="1872"/>
                  </a:lnTo>
                  <a:lnTo>
                    <a:pt x="7" y="1783"/>
                  </a:lnTo>
                  <a:lnTo>
                    <a:pt x="2" y="1699"/>
                  </a:lnTo>
                  <a:lnTo>
                    <a:pt x="0" y="1621"/>
                  </a:lnTo>
                  <a:lnTo>
                    <a:pt x="0" y="1550"/>
                  </a:lnTo>
                  <a:lnTo>
                    <a:pt x="2" y="1488"/>
                  </a:lnTo>
                  <a:lnTo>
                    <a:pt x="4" y="1435"/>
                  </a:lnTo>
                  <a:lnTo>
                    <a:pt x="7" y="1392"/>
                  </a:lnTo>
                  <a:lnTo>
                    <a:pt x="9" y="1360"/>
                  </a:lnTo>
                  <a:lnTo>
                    <a:pt x="11" y="1341"/>
                  </a:lnTo>
                  <a:lnTo>
                    <a:pt x="19" y="1223"/>
                  </a:lnTo>
                  <a:lnTo>
                    <a:pt x="34" y="1114"/>
                  </a:lnTo>
                  <a:lnTo>
                    <a:pt x="53" y="1010"/>
                  </a:lnTo>
                  <a:lnTo>
                    <a:pt x="77" y="914"/>
                  </a:lnTo>
                  <a:lnTo>
                    <a:pt x="107" y="824"/>
                  </a:lnTo>
                  <a:lnTo>
                    <a:pt x="139" y="739"/>
                  </a:lnTo>
                  <a:lnTo>
                    <a:pt x="177" y="662"/>
                  </a:lnTo>
                  <a:lnTo>
                    <a:pt x="216" y="591"/>
                  </a:lnTo>
                  <a:lnTo>
                    <a:pt x="258" y="525"/>
                  </a:lnTo>
                  <a:lnTo>
                    <a:pt x="303" y="465"/>
                  </a:lnTo>
                  <a:lnTo>
                    <a:pt x="348" y="410"/>
                  </a:lnTo>
                  <a:lnTo>
                    <a:pt x="395" y="360"/>
                  </a:lnTo>
                  <a:lnTo>
                    <a:pt x="444" y="314"/>
                  </a:lnTo>
                  <a:lnTo>
                    <a:pt x="493" y="273"/>
                  </a:lnTo>
                  <a:lnTo>
                    <a:pt x="542" y="237"/>
                  </a:lnTo>
                  <a:lnTo>
                    <a:pt x="591" y="204"/>
                  </a:lnTo>
                  <a:lnTo>
                    <a:pt x="640" y="175"/>
                  </a:lnTo>
                  <a:lnTo>
                    <a:pt x="739" y="125"/>
                  </a:lnTo>
                  <a:lnTo>
                    <a:pt x="839" y="83"/>
                  </a:lnTo>
                  <a:lnTo>
                    <a:pt x="937" y="53"/>
                  </a:lnTo>
                  <a:lnTo>
                    <a:pt x="1031" y="30"/>
                  </a:lnTo>
                  <a:lnTo>
                    <a:pt x="1118" y="15"/>
                  </a:lnTo>
                  <a:lnTo>
                    <a:pt x="1199" y="6"/>
                  </a:lnTo>
                  <a:lnTo>
                    <a:pt x="1268" y="0"/>
                  </a:lnTo>
                  <a:lnTo>
                    <a:pt x="13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accent1"/>
                </a:solidFill>
              </a:endParaRPr>
            </a:p>
          </p:txBody>
        </p:sp>
        <p:sp>
          <p:nvSpPr>
            <p:cNvPr id="13" name="Freeform 99">
              <a:extLst>
                <a:ext uri="{FF2B5EF4-FFF2-40B4-BE49-F238E27FC236}">
                  <a16:creationId xmlns:a16="http://schemas.microsoft.com/office/drawing/2014/main" id="{23249750-0F61-BB41-8A15-DACFB8BB7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263" y="3892551"/>
              <a:ext cx="4173538" cy="2271713"/>
            </a:xfrm>
            <a:custGeom>
              <a:avLst/>
              <a:gdLst>
                <a:gd name="T0" fmla="*/ 1899 w 5259"/>
                <a:gd name="T1" fmla="*/ 73 h 2860"/>
                <a:gd name="T2" fmla="*/ 1908 w 5259"/>
                <a:gd name="T3" fmla="*/ 255 h 2860"/>
                <a:gd name="T4" fmla="*/ 1810 w 5259"/>
                <a:gd name="T5" fmla="*/ 344 h 2860"/>
                <a:gd name="T6" fmla="*/ 1596 w 5259"/>
                <a:gd name="T7" fmla="*/ 474 h 2860"/>
                <a:gd name="T8" fmla="*/ 1240 w 5259"/>
                <a:gd name="T9" fmla="*/ 650 h 2860"/>
                <a:gd name="T10" fmla="*/ 787 w 5259"/>
                <a:gd name="T11" fmla="*/ 820 h 2860"/>
                <a:gd name="T12" fmla="*/ 489 w 5259"/>
                <a:gd name="T13" fmla="*/ 985 h 2860"/>
                <a:gd name="T14" fmla="*/ 377 w 5259"/>
                <a:gd name="T15" fmla="*/ 1252 h 2860"/>
                <a:gd name="T16" fmla="*/ 346 w 5259"/>
                <a:gd name="T17" fmla="*/ 1564 h 2860"/>
                <a:gd name="T18" fmla="*/ 350 w 5259"/>
                <a:gd name="T19" fmla="*/ 1798 h 2860"/>
                <a:gd name="T20" fmla="*/ 457 w 5259"/>
                <a:gd name="T21" fmla="*/ 2036 h 2860"/>
                <a:gd name="T22" fmla="*/ 841 w 5259"/>
                <a:gd name="T23" fmla="*/ 2204 h 2860"/>
                <a:gd name="T24" fmla="*/ 1447 w 5259"/>
                <a:gd name="T25" fmla="*/ 2386 h 2860"/>
                <a:gd name="T26" fmla="*/ 2254 w 5259"/>
                <a:gd name="T27" fmla="*/ 2505 h 2860"/>
                <a:gd name="T28" fmla="*/ 3184 w 5259"/>
                <a:gd name="T29" fmla="*/ 2490 h 2860"/>
                <a:gd name="T30" fmla="*/ 3954 w 5259"/>
                <a:gd name="T31" fmla="*/ 2352 h 2860"/>
                <a:gd name="T32" fmla="*/ 4516 w 5259"/>
                <a:gd name="T33" fmla="*/ 2168 h 2860"/>
                <a:gd name="T34" fmla="*/ 4849 w 5259"/>
                <a:gd name="T35" fmla="*/ 2014 h 2860"/>
                <a:gd name="T36" fmla="*/ 4913 w 5259"/>
                <a:gd name="T37" fmla="*/ 1728 h 2860"/>
                <a:gd name="T38" fmla="*/ 4908 w 5259"/>
                <a:gd name="T39" fmla="*/ 1438 h 2860"/>
                <a:gd name="T40" fmla="*/ 4851 w 5259"/>
                <a:gd name="T41" fmla="*/ 1137 h 2860"/>
                <a:gd name="T42" fmla="*/ 4686 w 5259"/>
                <a:gd name="T43" fmla="*/ 906 h 2860"/>
                <a:gd name="T44" fmla="*/ 4281 w 5259"/>
                <a:gd name="T45" fmla="*/ 758 h 2860"/>
                <a:gd name="T46" fmla="*/ 3861 w 5259"/>
                <a:gd name="T47" fmla="*/ 579 h 2860"/>
                <a:gd name="T48" fmla="*/ 3558 w 5259"/>
                <a:gd name="T49" fmla="*/ 413 h 2860"/>
                <a:gd name="T50" fmla="*/ 3412 w 5259"/>
                <a:gd name="T51" fmla="*/ 319 h 2860"/>
                <a:gd name="T52" fmla="*/ 3331 w 5259"/>
                <a:gd name="T53" fmla="*/ 184 h 2860"/>
                <a:gd name="T54" fmla="*/ 3419 w 5259"/>
                <a:gd name="T55" fmla="*/ 22 h 2860"/>
                <a:gd name="T56" fmla="*/ 3602 w 5259"/>
                <a:gd name="T57" fmla="*/ 32 h 2860"/>
                <a:gd name="T58" fmla="*/ 3709 w 5259"/>
                <a:gd name="T59" fmla="*/ 99 h 2860"/>
                <a:gd name="T60" fmla="*/ 3986 w 5259"/>
                <a:gd name="T61" fmla="*/ 255 h 2860"/>
                <a:gd name="T62" fmla="*/ 4386 w 5259"/>
                <a:gd name="T63" fmla="*/ 428 h 2860"/>
                <a:gd name="T64" fmla="*/ 4678 w 5259"/>
                <a:gd name="T65" fmla="*/ 519 h 2860"/>
                <a:gd name="T66" fmla="*/ 5002 w 5259"/>
                <a:gd name="T67" fmla="*/ 726 h 2860"/>
                <a:gd name="T68" fmla="*/ 5173 w 5259"/>
                <a:gd name="T69" fmla="*/ 1013 h 2860"/>
                <a:gd name="T70" fmla="*/ 5243 w 5259"/>
                <a:gd name="T71" fmla="*/ 1312 h 2860"/>
                <a:gd name="T72" fmla="*/ 5258 w 5259"/>
                <a:gd name="T73" fmla="*/ 1555 h 2860"/>
                <a:gd name="T74" fmla="*/ 5259 w 5259"/>
                <a:gd name="T75" fmla="*/ 1651 h 2860"/>
                <a:gd name="T76" fmla="*/ 5244 w 5259"/>
                <a:gd name="T77" fmla="*/ 1937 h 2860"/>
                <a:gd name="T78" fmla="*/ 5180 w 5259"/>
                <a:gd name="T79" fmla="*/ 2200 h 2860"/>
                <a:gd name="T80" fmla="*/ 5079 w 5259"/>
                <a:gd name="T81" fmla="*/ 2281 h 2860"/>
                <a:gd name="T82" fmla="*/ 4832 w 5259"/>
                <a:gd name="T83" fmla="*/ 2409 h 2860"/>
                <a:gd name="T84" fmla="*/ 4392 w 5259"/>
                <a:gd name="T85" fmla="*/ 2582 h 2860"/>
                <a:gd name="T86" fmla="*/ 3773 w 5259"/>
                <a:gd name="T87" fmla="*/ 2747 h 2860"/>
                <a:gd name="T88" fmla="*/ 2988 w 5259"/>
                <a:gd name="T89" fmla="*/ 2851 h 2860"/>
                <a:gd name="T90" fmla="*/ 2083 w 5259"/>
                <a:gd name="T91" fmla="*/ 2836 h 2860"/>
                <a:gd name="T92" fmla="*/ 1308 w 5259"/>
                <a:gd name="T93" fmla="*/ 2708 h 2860"/>
                <a:gd name="T94" fmla="*/ 715 w 5259"/>
                <a:gd name="T95" fmla="*/ 2527 h 2860"/>
                <a:gd name="T96" fmla="*/ 322 w 5259"/>
                <a:gd name="T97" fmla="*/ 2356 h 2860"/>
                <a:gd name="T98" fmla="*/ 141 w 5259"/>
                <a:gd name="T99" fmla="*/ 2255 h 2860"/>
                <a:gd name="T100" fmla="*/ 49 w 5259"/>
                <a:gd name="T101" fmla="*/ 2117 h 2860"/>
                <a:gd name="T102" fmla="*/ 6 w 5259"/>
                <a:gd name="T103" fmla="*/ 1809 h 2860"/>
                <a:gd name="T104" fmla="*/ 0 w 5259"/>
                <a:gd name="T105" fmla="*/ 1589 h 2860"/>
                <a:gd name="T106" fmla="*/ 8 w 5259"/>
                <a:gd name="T107" fmla="*/ 1420 h 2860"/>
                <a:gd name="T108" fmla="*/ 49 w 5259"/>
                <a:gd name="T109" fmla="*/ 1136 h 2860"/>
                <a:gd name="T110" fmla="*/ 173 w 5259"/>
                <a:gd name="T111" fmla="*/ 835 h 2860"/>
                <a:gd name="T112" fmla="*/ 431 w 5259"/>
                <a:gd name="T113" fmla="*/ 586 h 2860"/>
                <a:gd name="T114" fmla="*/ 691 w 5259"/>
                <a:gd name="T115" fmla="*/ 489 h 2860"/>
                <a:gd name="T116" fmla="*/ 1127 w 5259"/>
                <a:gd name="T117" fmla="*/ 325 h 2860"/>
                <a:gd name="T118" fmla="*/ 1458 w 5259"/>
                <a:gd name="T119" fmla="*/ 154 h 2860"/>
                <a:gd name="T120" fmla="*/ 1639 w 5259"/>
                <a:gd name="T121" fmla="*/ 43 h 2860"/>
                <a:gd name="T122" fmla="*/ 1767 w 5259"/>
                <a:gd name="T123" fmla="*/ 0 h 2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259" h="2860">
                  <a:moveTo>
                    <a:pt x="1767" y="0"/>
                  </a:moveTo>
                  <a:lnTo>
                    <a:pt x="1805" y="5"/>
                  </a:lnTo>
                  <a:lnTo>
                    <a:pt x="1840" y="20"/>
                  </a:lnTo>
                  <a:lnTo>
                    <a:pt x="1871" y="43"/>
                  </a:lnTo>
                  <a:lnTo>
                    <a:pt x="1899" y="73"/>
                  </a:lnTo>
                  <a:lnTo>
                    <a:pt x="1918" y="107"/>
                  </a:lnTo>
                  <a:lnTo>
                    <a:pt x="1927" y="145"/>
                  </a:lnTo>
                  <a:lnTo>
                    <a:pt x="1929" y="182"/>
                  </a:lnTo>
                  <a:lnTo>
                    <a:pt x="1923" y="220"/>
                  </a:lnTo>
                  <a:lnTo>
                    <a:pt x="1908" y="255"/>
                  </a:lnTo>
                  <a:lnTo>
                    <a:pt x="1886" y="287"/>
                  </a:lnTo>
                  <a:lnTo>
                    <a:pt x="1856" y="314"/>
                  </a:lnTo>
                  <a:lnTo>
                    <a:pt x="1848" y="318"/>
                  </a:lnTo>
                  <a:lnTo>
                    <a:pt x="1833" y="329"/>
                  </a:lnTo>
                  <a:lnTo>
                    <a:pt x="1810" y="344"/>
                  </a:lnTo>
                  <a:lnTo>
                    <a:pt x="1780" y="363"/>
                  </a:lnTo>
                  <a:lnTo>
                    <a:pt x="1744" y="385"/>
                  </a:lnTo>
                  <a:lnTo>
                    <a:pt x="1701" y="412"/>
                  </a:lnTo>
                  <a:lnTo>
                    <a:pt x="1650" y="442"/>
                  </a:lnTo>
                  <a:lnTo>
                    <a:pt x="1596" y="474"/>
                  </a:lnTo>
                  <a:lnTo>
                    <a:pt x="1534" y="507"/>
                  </a:lnTo>
                  <a:lnTo>
                    <a:pt x="1468" y="541"/>
                  </a:lnTo>
                  <a:lnTo>
                    <a:pt x="1396" y="577"/>
                  </a:lnTo>
                  <a:lnTo>
                    <a:pt x="1321" y="615"/>
                  </a:lnTo>
                  <a:lnTo>
                    <a:pt x="1240" y="650"/>
                  </a:lnTo>
                  <a:lnTo>
                    <a:pt x="1157" y="688"/>
                  </a:lnTo>
                  <a:lnTo>
                    <a:pt x="1069" y="724"/>
                  </a:lnTo>
                  <a:lnTo>
                    <a:pt x="979" y="758"/>
                  </a:lnTo>
                  <a:lnTo>
                    <a:pt x="883" y="790"/>
                  </a:lnTo>
                  <a:lnTo>
                    <a:pt x="787" y="820"/>
                  </a:lnTo>
                  <a:lnTo>
                    <a:pt x="687" y="848"/>
                  </a:lnTo>
                  <a:lnTo>
                    <a:pt x="627" y="872"/>
                  </a:lnTo>
                  <a:lnTo>
                    <a:pt x="574" y="904"/>
                  </a:lnTo>
                  <a:lnTo>
                    <a:pt x="529" y="942"/>
                  </a:lnTo>
                  <a:lnTo>
                    <a:pt x="489" y="985"/>
                  </a:lnTo>
                  <a:lnTo>
                    <a:pt x="457" y="1030"/>
                  </a:lnTo>
                  <a:lnTo>
                    <a:pt x="431" y="1081"/>
                  </a:lnTo>
                  <a:lnTo>
                    <a:pt x="408" y="1136"/>
                  </a:lnTo>
                  <a:lnTo>
                    <a:pt x="390" y="1192"/>
                  </a:lnTo>
                  <a:lnTo>
                    <a:pt x="377" y="1252"/>
                  </a:lnTo>
                  <a:lnTo>
                    <a:pt x="365" y="1312"/>
                  </a:lnTo>
                  <a:lnTo>
                    <a:pt x="358" y="1374"/>
                  </a:lnTo>
                  <a:lnTo>
                    <a:pt x="352" y="1438"/>
                  </a:lnTo>
                  <a:lnTo>
                    <a:pt x="348" y="1500"/>
                  </a:lnTo>
                  <a:lnTo>
                    <a:pt x="346" y="1564"/>
                  </a:lnTo>
                  <a:lnTo>
                    <a:pt x="345" y="1579"/>
                  </a:lnTo>
                  <a:lnTo>
                    <a:pt x="345" y="1596"/>
                  </a:lnTo>
                  <a:lnTo>
                    <a:pt x="345" y="1658"/>
                  </a:lnTo>
                  <a:lnTo>
                    <a:pt x="346" y="1726"/>
                  </a:lnTo>
                  <a:lnTo>
                    <a:pt x="350" y="1798"/>
                  </a:lnTo>
                  <a:lnTo>
                    <a:pt x="356" y="1869"/>
                  </a:lnTo>
                  <a:lnTo>
                    <a:pt x="363" y="1935"/>
                  </a:lnTo>
                  <a:lnTo>
                    <a:pt x="371" y="1991"/>
                  </a:lnTo>
                  <a:lnTo>
                    <a:pt x="410" y="2012"/>
                  </a:lnTo>
                  <a:lnTo>
                    <a:pt x="457" y="2036"/>
                  </a:lnTo>
                  <a:lnTo>
                    <a:pt x="516" y="2066"/>
                  </a:lnTo>
                  <a:lnTo>
                    <a:pt x="583" y="2097"/>
                  </a:lnTo>
                  <a:lnTo>
                    <a:pt x="659" y="2132"/>
                  </a:lnTo>
                  <a:lnTo>
                    <a:pt x="745" y="2168"/>
                  </a:lnTo>
                  <a:lnTo>
                    <a:pt x="841" y="2204"/>
                  </a:lnTo>
                  <a:lnTo>
                    <a:pt x="945" y="2241"/>
                  </a:lnTo>
                  <a:lnTo>
                    <a:pt x="1058" y="2279"/>
                  </a:lnTo>
                  <a:lnTo>
                    <a:pt x="1180" y="2317"/>
                  </a:lnTo>
                  <a:lnTo>
                    <a:pt x="1310" y="2352"/>
                  </a:lnTo>
                  <a:lnTo>
                    <a:pt x="1447" y="2386"/>
                  </a:lnTo>
                  <a:lnTo>
                    <a:pt x="1594" y="2416"/>
                  </a:lnTo>
                  <a:lnTo>
                    <a:pt x="1746" y="2444"/>
                  </a:lnTo>
                  <a:lnTo>
                    <a:pt x="1908" y="2469"/>
                  </a:lnTo>
                  <a:lnTo>
                    <a:pt x="2078" y="2490"/>
                  </a:lnTo>
                  <a:lnTo>
                    <a:pt x="2254" y="2505"/>
                  </a:lnTo>
                  <a:lnTo>
                    <a:pt x="2439" y="2514"/>
                  </a:lnTo>
                  <a:lnTo>
                    <a:pt x="2631" y="2516"/>
                  </a:lnTo>
                  <a:lnTo>
                    <a:pt x="2823" y="2514"/>
                  </a:lnTo>
                  <a:lnTo>
                    <a:pt x="3007" y="2505"/>
                  </a:lnTo>
                  <a:lnTo>
                    <a:pt x="3184" y="2490"/>
                  </a:lnTo>
                  <a:lnTo>
                    <a:pt x="3353" y="2469"/>
                  </a:lnTo>
                  <a:lnTo>
                    <a:pt x="3515" y="2444"/>
                  </a:lnTo>
                  <a:lnTo>
                    <a:pt x="3669" y="2416"/>
                  </a:lnTo>
                  <a:lnTo>
                    <a:pt x="3816" y="2386"/>
                  </a:lnTo>
                  <a:lnTo>
                    <a:pt x="3954" y="2352"/>
                  </a:lnTo>
                  <a:lnTo>
                    <a:pt x="4083" y="2317"/>
                  </a:lnTo>
                  <a:lnTo>
                    <a:pt x="4204" y="2281"/>
                  </a:lnTo>
                  <a:lnTo>
                    <a:pt x="4317" y="2243"/>
                  </a:lnTo>
                  <a:lnTo>
                    <a:pt x="4420" y="2206"/>
                  </a:lnTo>
                  <a:lnTo>
                    <a:pt x="4516" y="2168"/>
                  </a:lnTo>
                  <a:lnTo>
                    <a:pt x="4601" y="2132"/>
                  </a:lnTo>
                  <a:lnTo>
                    <a:pt x="4678" y="2098"/>
                  </a:lnTo>
                  <a:lnTo>
                    <a:pt x="4744" y="2066"/>
                  </a:lnTo>
                  <a:lnTo>
                    <a:pt x="4802" y="2038"/>
                  </a:lnTo>
                  <a:lnTo>
                    <a:pt x="4849" y="2014"/>
                  </a:lnTo>
                  <a:lnTo>
                    <a:pt x="4887" y="1991"/>
                  </a:lnTo>
                  <a:lnTo>
                    <a:pt x="4896" y="1935"/>
                  </a:lnTo>
                  <a:lnTo>
                    <a:pt x="4904" y="1869"/>
                  </a:lnTo>
                  <a:lnTo>
                    <a:pt x="4909" y="1799"/>
                  </a:lnTo>
                  <a:lnTo>
                    <a:pt x="4913" y="1728"/>
                  </a:lnTo>
                  <a:lnTo>
                    <a:pt x="4915" y="1658"/>
                  </a:lnTo>
                  <a:lnTo>
                    <a:pt x="4915" y="1596"/>
                  </a:lnTo>
                  <a:lnTo>
                    <a:pt x="4913" y="1564"/>
                  </a:lnTo>
                  <a:lnTo>
                    <a:pt x="4911" y="1502"/>
                  </a:lnTo>
                  <a:lnTo>
                    <a:pt x="4908" y="1438"/>
                  </a:lnTo>
                  <a:lnTo>
                    <a:pt x="4902" y="1376"/>
                  </a:lnTo>
                  <a:lnTo>
                    <a:pt x="4894" y="1314"/>
                  </a:lnTo>
                  <a:lnTo>
                    <a:pt x="4883" y="1252"/>
                  </a:lnTo>
                  <a:lnTo>
                    <a:pt x="4870" y="1194"/>
                  </a:lnTo>
                  <a:lnTo>
                    <a:pt x="4851" y="1137"/>
                  </a:lnTo>
                  <a:lnTo>
                    <a:pt x="4829" y="1083"/>
                  </a:lnTo>
                  <a:lnTo>
                    <a:pt x="4802" y="1032"/>
                  </a:lnTo>
                  <a:lnTo>
                    <a:pt x="4768" y="985"/>
                  </a:lnTo>
                  <a:lnTo>
                    <a:pt x="4731" y="944"/>
                  </a:lnTo>
                  <a:lnTo>
                    <a:pt x="4686" y="906"/>
                  </a:lnTo>
                  <a:lnTo>
                    <a:pt x="4633" y="874"/>
                  </a:lnTo>
                  <a:lnTo>
                    <a:pt x="4573" y="848"/>
                  </a:lnTo>
                  <a:lnTo>
                    <a:pt x="4473" y="822"/>
                  </a:lnTo>
                  <a:lnTo>
                    <a:pt x="4375" y="791"/>
                  </a:lnTo>
                  <a:lnTo>
                    <a:pt x="4281" y="758"/>
                  </a:lnTo>
                  <a:lnTo>
                    <a:pt x="4191" y="724"/>
                  </a:lnTo>
                  <a:lnTo>
                    <a:pt x="4102" y="690"/>
                  </a:lnTo>
                  <a:lnTo>
                    <a:pt x="4018" y="652"/>
                  </a:lnTo>
                  <a:lnTo>
                    <a:pt x="3939" y="617"/>
                  </a:lnTo>
                  <a:lnTo>
                    <a:pt x="3861" y="579"/>
                  </a:lnTo>
                  <a:lnTo>
                    <a:pt x="3790" y="543"/>
                  </a:lnTo>
                  <a:lnTo>
                    <a:pt x="3724" y="507"/>
                  </a:lnTo>
                  <a:lnTo>
                    <a:pt x="3664" y="476"/>
                  </a:lnTo>
                  <a:lnTo>
                    <a:pt x="3607" y="444"/>
                  </a:lnTo>
                  <a:lnTo>
                    <a:pt x="3558" y="413"/>
                  </a:lnTo>
                  <a:lnTo>
                    <a:pt x="3515" y="387"/>
                  </a:lnTo>
                  <a:lnTo>
                    <a:pt x="3479" y="365"/>
                  </a:lnTo>
                  <a:lnTo>
                    <a:pt x="3449" y="346"/>
                  </a:lnTo>
                  <a:lnTo>
                    <a:pt x="3427" y="331"/>
                  </a:lnTo>
                  <a:lnTo>
                    <a:pt x="3412" y="319"/>
                  </a:lnTo>
                  <a:lnTo>
                    <a:pt x="3404" y="314"/>
                  </a:lnTo>
                  <a:lnTo>
                    <a:pt x="3374" y="287"/>
                  </a:lnTo>
                  <a:lnTo>
                    <a:pt x="3351" y="257"/>
                  </a:lnTo>
                  <a:lnTo>
                    <a:pt x="3336" y="222"/>
                  </a:lnTo>
                  <a:lnTo>
                    <a:pt x="3331" y="184"/>
                  </a:lnTo>
                  <a:lnTo>
                    <a:pt x="3333" y="146"/>
                  </a:lnTo>
                  <a:lnTo>
                    <a:pt x="3342" y="109"/>
                  </a:lnTo>
                  <a:lnTo>
                    <a:pt x="3361" y="75"/>
                  </a:lnTo>
                  <a:lnTo>
                    <a:pt x="3387" y="45"/>
                  </a:lnTo>
                  <a:lnTo>
                    <a:pt x="3419" y="22"/>
                  </a:lnTo>
                  <a:lnTo>
                    <a:pt x="3455" y="7"/>
                  </a:lnTo>
                  <a:lnTo>
                    <a:pt x="3493" y="2"/>
                  </a:lnTo>
                  <a:lnTo>
                    <a:pt x="3530" y="3"/>
                  </a:lnTo>
                  <a:lnTo>
                    <a:pt x="3568" y="13"/>
                  </a:lnTo>
                  <a:lnTo>
                    <a:pt x="3602" y="32"/>
                  </a:lnTo>
                  <a:lnTo>
                    <a:pt x="3607" y="35"/>
                  </a:lnTo>
                  <a:lnTo>
                    <a:pt x="3621" y="45"/>
                  </a:lnTo>
                  <a:lnTo>
                    <a:pt x="3643" y="58"/>
                  </a:lnTo>
                  <a:lnTo>
                    <a:pt x="3671" y="77"/>
                  </a:lnTo>
                  <a:lnTo>
                    <a:pt x="3709" y="99"/>
                  </a:lnTo>
                  <a:lnTo>
                    <a:pt x="3752" y="126"/>
                  </a:lnTo>
                  <a:lnTo>
                    <a:pt x="3801" y="156"/>
                  </a:lnTo>
                  <a:lnTo>
                    <a:pt x="3858" y="186"/>
                  </a:lnTo>
                  <a:lnTo>
                    <a:pt x="3918" y="220"/>
                  </a:lnTo>
                  <a:lnTo>
                    <a:pt x="3986" y="255"/>
                  </a:lnTo>
                  <a:lnTo>
                    <a:pt x="4057" y="289"/>
                  </a:lnTo>
                  <a:lnTo>
                    <a:pt x="4134" y="325"/>
                  </a:lnTo>
                  <a:lnTo>
                    <a:pt x="4213" y="361"/>
                  </a:lnTo>
                  <a:lnTo>
                    <a:pt x="4298" y="397"/>
                  </a:lnTo>
                  <a:lnTo>
                    <a:pt x="4386" y="428"/>
                  </a:lnTo>
                  <a:lnTo>
                    <a:pt x="4477" y="460"/>
                  </a:lnTo>
                  <a:lnTo>
                    <a:pt x="4569" y="489"/>
                  </a:lnTo>
                  <a:lnTo>
                    <a:pt x="4665" y="515"/>
                  </a:lnTo>
                  <a:lnTo>
                    <a:pt x="4671" y="517"/>
                  </a:lnTo>
                  <a:lnTo>
                    <a:pt x="4678" y="519"/>
                  </a:lnTo>
                  <a:lnTo>
                    <a:pt x="4757" y="551"/>
                  </a:lnTo>
                  <a:lnTo>
                    <a:pt x="4829" y="588"/>
                  </a:lnTo>
                  <a:lnTo>
                    <a:pt x="4893" y="630"/>
                  </a:lnTo>
                  <a:lnTo>
                    <a:pt x="4951" y="675"/>
                  </a:lnTo>
                  <a:lnTo>
                    <a:pt x="5002" y="726"/>
                  </a:lnTo>
                  <a:lnTo>
                    <a:pt x="5047" y="778"/>
                  </a:lnTo>
                  <a:lnTo>
                    <a:pt x="5086" y="835"/>
                  </a:lnTo>
                  <a:lnTo>
                    <a:pt x="5120" y="893"/>
                  </a:lnTo>
                  <a:lnTo>
                    <a:pt x="5148" y="953"/>
                  </a:lnTo>
                  <a:lnTo>
                    <a:pt x="5173" y="1013"/>
                  </a:lnTo>
                  <a:lnTo>
                    <a:pt x="5194" y="1074"/>
                  </a:lnTo>
                  <a:lnTo>
                    <a:pt x="5211" y="1136"/>
                  </a:lnTo>
                  <a:lnTo>
                    <a:pt x="5224" y="1196"/>
                  </a:lnTo>
                  <a:lnTo>
                    <a:pt x="5233" y="1256"/>
                  </a:lnTo>
                  <a:lnTo>
                    <a:pt x="5243" y="1312"/>
                  </a:lnTo>
                  <a:lnTo>
                    <a:pt x="5248" y="1367"/>
                  </a:lnTo>
                  <a:lnTo>
                    <a:pt x="5252" y="1420"/>
                  </a:lnTo>
                  <a:lnTo>
                    <a:pt x="5254" y="1468"/>
                  </a:lnTo>
                  <a:lnTo>
                    <a:pt x="5256" y="1514"/>
                  </a:lnTo>
                  <a:lnTo>
                    <a:pt x="5258" y="1555"/>
                  </a:lnTo>
                  <a:lnTo>
                    <a:pt x="5258" y="1572"/>
                  </a:lnTo>
                  <a:lnTo>
                    <a:pt x="5259" y="1587"/>
                  </a:lnTo>
                  <a:lnTo>
                    <a:pt x="5259" y="1591"/>
                  </a:lnTo>
                  <a:lnTo>
                    <a:pt x="5259" y="1615"/>
                  </a:lnTo>
                  <a:lnTo>
                    <a:pt x="5259" y="1651"/>
                  </a:lnTo>
                  <a:lnTo>
                    <a:pt x="5258" y="1698"/>
                  </a:lnTo>
                  <a:lnTo>
                    <a:pt x="5258" y="1751"/>
                  </a:lnTo>
                  <a:lnTo>
                    <a:pt x="5254" y="1809"/>
                  </a:lnTo>
                  <a:lnTo>
                    <a:pt x="5250" y="1873"/>
                  </a:lnTo>
                  <a:lnTo>
                    <a:pt x="5244" y="1937"/>
                  </a:lnTo>
                  <a:lnTo>
                    <a:pt x="5237" y="2001"/>
                  </a:lnTo>
                  <a:lnTo>
                    <a:pt x="5226" y="2061"/>
                  </a:lnTo>
                  <a:lnTo>
                    <a:pt x="5212" y="2119"/>
                  </a:lnTo>
                  <a:lnTo>
                    <a:pt x="5197" y="2168"/>
                  </a:lnTo>
                  <a:lnTo>
                    <a:pt x="5180" y="2200"/>
                  </a:lnTo>
                  <a:lnTo>
                    <a:pt x="5158" y="2228"/>
                  </a:lnTo>
                  <a:lnTo>
                    <a:pt x="5132" y="2249"/>
                  </a:lnTo>
                  <a:lnTo>
                    <a:pt x="5122" y="2255"/>
                  </a:lnTo>
                  <a:lnTo>
                    <a:pt x="5105" y="2266"/>
                  </a:lnTo>
                  <a:lnTo>
                    <a:pt x="5079" y="2281"/>
                  </a:lnTo>
                  <a:lnTo>
                    <a:pt x="5045" y="2300"/>
                  </a:lnTo>
                  <a:lnTo>
                    <a:pt x="5004" y="2322"/>
                  </a:lnTo>
                  <a:lnTo>
                    <a:pt x="4955" y="2349"/>
                  </a:lnTo>
                  <a:lnTo>
                    <a:pt x="4896" y="2377"/>
                  </a:lnTo>
                  <a:lnTo>
                    <a:pt x="4832" y="2409"/>
                  </a:lnTo>
                  <a:lnTo>
                    <a:pt x="4759" y="2441"/>
                  </a:lnTo>
                  <a:lnTo>
                    <a:pt x="4678" y="2475"/>
                  </a:lnTo>
                  <a:lnTo>
                    <a:pt x="4590" y="2510"/>
                  </a:lnTo>
                  <a:lnTo>
                    <a:pt x="4496" y="2546"/>
                  </a:lnTo>
                  <a:lnTo>
                    <a:pt x="4392" y="2582"/>
                  </a:lnTo>
                  <a:lnTo>
                    <a:pt x="4283" y="2617"/>
                  </a:lnTo>
                  <a:lnTo>
                    <a:pt x="4166" y="2653"/>
                  </a:lnTo>
                  <a:lnTo>
                    <a:pt x="4042" y="2687"/>
                  </a:lnTo>
                  <a:lnTo>
                    <a:pt x="3910" y="2719"/>
                  </a:lnTo>
                  <a:lnTo>
                    <a:pt x="3773" y="2747"/>
                  </a:lnTo>
                  <a:lnTo>
                    <a:pt x="3630" y="2775"/>
                  </a:lnTo>
                  <a:lnTo>
                    <a:pt x="3479" y="2800"/>
                  </a:lnTo>
                  <a:lnTo>
                    <a:pt x="3321" y="2821"/>
                  </a:lnTo>
                  <a:lnTo>
                    <a:pt x="3160" y="2838"/>
                  </a:lnTo>
                  <a:lnTo>
                    <a:pt x="2988" y="2851"/>
                  </a:lnTo>
                  <a:lnTo>
                    <a:pt x="2813" y="2858"/>
                  </a:lnTo>
                  <a:lnTo>
                    <a:pt x="2631" y="2860"/>
                  </a:lnTo>
                  <a:lnTo>
                    <a:pt x="2443" y="2858"/>
                  </a:lnTo>
                  <a:lnTo>
                    <a:pt x="2260" y="2849"/>
                  </a:lnTo>
                  <a:lnTo>
                    <a:pt x="2083" y="2836"/>
                  </a:lnTo>
                  <a:lnTo>
                    <a:pt x="1914" y="2817"/>
                  </a:lnTo>
                  <a:lnTo>
                    <a:pt x="1752" y="2794"/>
                  </a:lnTo>
                  <a:lnTo>
                    <a:pt x="1596" y="2770"/>
                  </a:lnTo>
                  <a:lnTo>
                    <a:pt x="1449" y="2740"/>
                  </a:lnTo>
                  <a:lnTo>
                    <a:pt x="1308" y="2708"/>
                  </a:lnTo>
                  <a:lnTo>
                    <a:pt x="1174" y="2674"/>
                  </a:lnTo>
                  <a:lnTo>
                    <a:pt x="1048" y="2638"/>
                  </a:lnTo>
                  <a:lnTo>
                    <a:pt x="930" y="2602"/>
                  </a:lnTo>
                  <a:lnTo>
                    <a:pt x="819" y="2565"/>
                  </a:lnTo>
                  <a:lnTo>
                    <a:pt x="715" y="2527"/>
                  </a:lnTo>
                  <a:lnTo>
                    <a:pt x="621" y="2490"/>
                  </a:lnTo>
                  <a:lnTo>
                    <a:pt x="535" y="2454"/>
                  </a:lnTo>
                  <a:lnTo>
                    <a:pt x="456" y="2420"/>
                  </a:lnTo>
                  <a:lnTo>
                    <a:pt x="384" y="2386"/>
                  </a:lnTo>
                  <a:lnTo>
                    <a:pt x="322" y="2356"/>
                  </a:lnTo>
                  <a:lnTo>
                    <a:pt x="269" y="2328"/>
                  </a:lnTo>
                  <a:lnTo>
                    <a:pt x="224" y="2303"/>
                  </a:lnTo>
                  <a:lnTo>
                    <a:pt x="188" y="2283"/>
                  </a:lnTo>
                  <a:lnTo>
                    <a:pt x="160" y="2268"/>
                  </a:lnTo>
                  <a:lnTo>
                    <a:pt x="141" y="2255"/>
                  </a:lnTo>
                  <a:lnTo>
                    <a:pt x="132" y="2249"/>
                  </a:lnTo>
                  <a:lnTo>
                    <a:pt x="104" y="2228"/>
                  </a:lnTo>
                  <a:lnTo>
                    <a:pt x="81" y="2200"/>
                  </a:lnTo>
                  <a:lnTo>
                    <a:pt x="66" y="2168"/>
                  </a:lnTo>
                  <a:lnTo>
                    <a:pt x="49" y="2117"/>
                  </a:lnTo>
                  <a:lnTo>
                    <a:pt x="36" y="2061"/>
                  </a:lnTo>
                  <a:lnTo>
                    <a:pt x="25" y="1999"/>
                  </a:lnTo>
                  <a:lnTo>
                    <a:pt x="15" y="1935"/>
                  </a:lnTo>
                  <a:lnTo>
                    <a:pt x="10" y="1871"/>
                  </a:lnTo>
                  <a:lnTo>
                    <a:pt x="6" y="1809"/>
                  </a:lnTo>
                  <a:lnTo>
                    <a:pt x="2" y="1749"/>
                  </a:lnTo>
                  <a:lnTo>
                    <a:pt x="0" y="1696"/>
                  </a:lnTo>
                  <a:lnTo>
                    <a:pt x="0" y="1651"/>
                  </a:lnTo>
                  <a:lnTo>
                    <a:pt x="0" y="1613"/>
                  </a:lnTo>
                  <a:lnTo>
                    <a:pt x="0" y="1589"/>
                  </a:lnTo>
                  <a:lnTo>
                    <a:pt x="0" y="1585"/>
                  </a:lnTo>
                  <a:lnTo>
                    <a:pt x="2" y="1553"/>
                  </a:lnTo>
                  <a:lnTo>
                    <a:pt x="4" y="1514"/>
                  </a:lnTo>
                  <a:lnTo>
                    <a:pt x="4" y="1468"/>
                  </a:lnTo>
                  <a:lnTo>
                    <a:pt x="8" y="1420"/>
                  </a:lnTo>
                  <a:lnTo>
                    <a:pt x="11" y="1367"/>
                  </a:lnTo>
                  <a:lnTo>
                    <a:pt x="17" y="1312"/>
                  </a:lnTo>
                  <a:lnTo>
                    <a:pt x="25" y="1254"/>
                  </a:lnTo>
                  <a:lnTo>
                    <a:pt x="36" y="1196"/>
                  </a:lnTo>
                  <a:lnTo>
                    <a:pt x="49" y="1136"/>
                  </a:lnTo>
                  <a:lnTo>
                    <a:pt x="66" y="1074"/>
                  </a:lnTo>
                  <a:lnTo>
                    <a:pt x="87" y="1013"/>
                  </a:lnTo>
                  <a:lnTo>
                    <a:pt x="111" y="951"/>
                  </a:lnTo>
                  <a:lnTo>
                    <a:pt x="139" y="893"/>
                  </a:lnTo>
                  <a:lnTo>
                    <a:pt x="173" y="835"/>
                  </a:lnTo>
                  <a:lnTo>
                    <a:pt x="213" y="778"/>
                  </a:lnTo>
                  <a:lnTo>
                    <a:pt x="258" y="726"/>
                  </a:lnTo>
                  <a:lnTo>
                    <a:pt x="309" y="675"/>
                  </a:lnTo>
                  <a:lnTo>
                    <a:pt x="367" y="628"/>
                  </a:lnTo>
                  <a:lnTo>
                    <a:pt x="431" y="586"/>
                  </a:lnTo>
                  <a:lnTo>
                    <a:pt x="503" y="549"/>
                  </a:lnTo>
                  <a:lnTo>
                    <a:pt x="582" y="519"/>
                  </a:lnTo>
                  <a:lnTo>
                    <a:pt x="587" y="517"/>
                  </a:lnTo>
                  <a:lnTo>
                    <a:pt x="595" y="515"/>
                  </a:lnTo>
                  <a:lnTo>
                    <a:pt x="691" y="489"/>
                  </a:lnTo>
                  <a:lnTo>
                    <a:pt x="783" y="459"/>
                  </a:lnTo>
                  <a:lnTo>
                    <a:pt x="875" y="428"/>
                  </a:lnTo>
                  <a:lnTo>
                    <a:pt x="962" y="395"/>
                  </a:lnTo>
                  <a:lnTo>
                    <a:pt x="1046" y="359"/>
                  </a:lnTo>
                  <a:lnTo>
                    <a:pt x="1127" y="325"/>
                  </a:lnTo>
                  <a:lnTo>
                    <a:pt x="1203" y="289"/>
                  </a:lnTo>
                  <a:lnTo>
                    <a:pt x="1274" y="254"/>
                  </a:lnTo>
                  <a:lnTo>
                    <a:pt x="1342" y="218"/>
                  </a:lnTo>
                  <a:lnTo>
                    <a:pt x="1402" y="186"/>
                  </a:lnTo>
                  <a:lnTo>
                    <a:pt x="1458" y="154"/>
                  </a:lnTo>
                  <a:lnTo>
                    <a:pt x="1507" y="126"/>
                  </a:lnTo>
                  <a:lnTo>
                    <a:pt x="1551" y="99"/>
                  </a:lnTo>
                  <a:lnTo>
                    <a:pt x="1588" y="77"/>
                  </a:lnTo>
                  <a:lnTo>
                    <a:pt x="1617" y="58"/>
                  </a:lnTo>
                  <a:lnTo>
                    <a:pt x="1639" y="43"/>
                  </a:lnTo>
                  <a:lnTo>
                    <a:pt x="1652" y="34"/>
                  </a:lnTo>
                  <a:lnTo>
                    <a:pt x="1658" y="30"/>
                  </a:lnTo>
                  <a:lnTo>
                    <a:pt x="1692" y="11"/>
                  </a:lnTo>
                  <a:lnTo>
                    <a:pt x="1729" y="2"/>
                  </a:lnTo>
                  <a:lnTo>
                    <a:pt x="17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accent1"/>
                </a:solidFill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D3FA488-4B3D-2443-99B6-2369165E73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72" y="6399734"/>
            <a:ext cx="348262" cy="3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riang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BE53836A-16EC-BE4C-94BA-9D465A178D5D}"/>
              </a:ext>
            </a:extLst>
          </p:cNvPr>
          <p:cNvSpPr/>
          <p:nvPr userDrawn="1"/>
        </p:nvSpPr>
        <p:spPr>
          <a:xfrm rot="10800000">
            <a:off x="1739312" y="2008682"/>
            <a:ext cx="3973427" cy="3417758"/>
          </a:xfrm>
          <a:prstGeom prst="triangl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6BA2FFB2-6D72-8441-B6EE-33E6385B937F}"/>
              </a:ext>
            </a:extLst>
          </p:cNvPr>
          <p:cNvSpPr/>
          <p:nvPr userDrawn="1"/>
        </p:nvSpPr>
        <p:spPr>
          <a:xfrm>
            <a:off x="4155856" y="1996190"/>
            <a:ext cx="3973427" cy="3417758"/>
          </a:xfrm>
          <a:prstGeom prst="triangl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C75AD1C-A3F9-2544-A715-A139152A6852}"/>
              </a:ext>
            </a:extLst>
          </p:cNvPr>
          <p:cNvSpPr/>
          <p:nvPr userDrawn="1"/>
        </p:nvSpPr>
        <p:spPr>
          <a:xfrm rot="10800000">
            <a:off x="6569883" y="2011181"/>
            <a:ext cx="3973427" cy="3417758"/>
          </a:xfrm>
          <a:prstGeom prst="triangl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E02DE3-3614-A946-8D11-871695D48531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D2D70312-77F0-2948-8D1D-EB9FC52E98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37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around small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BB5C4EC-4B7D-B142-A869-A23DDC731461}"/>
              </a:ext>
            </a:extLst>
          </p:cNvPr>
          <p:cNvGraphicFramePr/>
          <p:nvPr userDrawn="1"/>
        </p:nvGraphicFramePr>
        <p:xfrm>
          <a:off x="-358686" y="1116171"/>
          <a:ext cx="7268306" cy="5098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C91E11-A168-8C47-A5A4-A1681D4D5EEA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19CA18DF-58A5-2043-BDE9-9CA9682A940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CE2F0C2-70B1-8F4F-A945-CA9272F1A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1999167-5D47-744D-A86F-CEDCAD519E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5454" y="1236086"/>
            <a:ext cx="1094654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 or icon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2C79E1-DF0C-054D-94F1-494899A770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9152" y="2635395"/>
            <a:ext cx="1094654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 or icon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A383E-563F-CD44-BB30-D359B2933C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7613" y="1004888"/>
            <a:ext cx="5718175" cy="516409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here in Verdana size 16</a:t>
            </a:r>
          </a:p>
        </p:txBody>
      </p:sp>
    </p:spTree>
    <p:extLst>
      <p:ext uri="{BB962C8B-B14F-4D97-AF65-F5344CB8AC3E}">
        <p14:creationId xmlns:p14="http://schemas.microsoft.com/office/powerpoint/2010/main" val="897384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anced metr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title="Decorative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2"/>
            <a:ext cx="6057900" cy="6857995"/>
          </a:xfrm>
          <a:prstGeom prst="rect">
            <a:avLst/>
          </a:prstGeom>
          <a:solidFill>
            <a:srgbClr val="423862"/>
          </a:solidFill>
        </p:spPr>
        <p:txBody>
          <a:bodyPr vert="horz" lIns="1295663" tIns="45708" rIns="431888" bIns="45708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D1C7909D-834F-E34D-BC1A-3569D9099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09" y="686515"/>
            <a:ext cx="5408791" cy="540879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E637E39-B474-9B41-AAB3-C21875207D15}"/>
              </a:ext>
            </a:extLst>
          </p:cNvPr>
          <p:cNvSpPr txBox="1"/>
          <p:nvPr userDrawn="1"/>
        </p:nvSpPr>
        <p:spPr>
          <a:xfrm>
            <a:off x="7138363" y="1989111"/>
            <a:ext cx="4378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BALANCED METRICS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6AEDDF-5A8C-D54C-BC77-051BBAFDF4DC}"/>
              </a:ext>
            </a:extLst>
          </p:cNvPr>
          <p:cNvSpPr txBox="1"/>
          <p:nvPr userDrawn="1"/>
        </p:nvSpPr>
        <p:spPr>
          <a:xfrm>
            <a:off x="7227889" y="2704060"/>
            <a:ext cx="424179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EEA73C"/>
              </a:buClr>
              <a:buSzPct val="100000"/>
            </a:pPr>
            <a:r>
              <a:rPr lang="en-US" sz="1600" dirty="0">
                <a:solidFill>
                  <a:srgbClr val="5655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top-performing 5% of organizations focus on balanced optimization of delivery, utilization, and project profitability, earning incremental gains of 17% to 28% in each individual metric, and nearly 90% higher revenue growth than their industry peers.</a:t>
            </a:r>
          </a:p>
          <a:p>
            <a:pPr algn="ctr">
              <a:buClr>
                <a:srgbClr val="EEA73C"/>
              </a:buClr>
              <a:buSzPct val="100000"/>
            </a:pPr>
            <a:endParaRPr lang="en-US" sz="1600" dirty="0">
              <a:solidFill>
                <a:srgbClr val="56556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buClr>
                <a:srgbClr val="EEA73C"/>
              </a:buClr>
              <a:buSzPct val="100000"/>
            </a:pPr>
            <a:r>
              <a:rPr lang="en-US" sz="1200" i="1" dirty="0">
                <a:solidFill>
                  <a:srgbClr val="5655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SPI Research’s Annual Professional Services Benchmark</a:t>
            </a:r>
          </a:p>
          <a:p>
            <a:pPr algn="ctr">
              <a:buClr>
                <a:srgbClr val="EEA73C"/>
              </a:buClr>
              <a:buSzPct val="100000"/>
            </a:pPr>
            <a:endParaRPr lang="en-US" sz="1600" dirty="0">
              <a:solidFill>
                <a:srgbClr val="56556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E33407A-10E9-7F46-B61D-A64DCC260A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11764" y="1554778"/>
            <a:ext cx="348262" cy="3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3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ribbon slide">
    <p:bg>
      <p:bgPr>
        <a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A2B2D3-6D10-7F44-8211-559D31CE73C0}"/>
              </a:ext>
            </a:extLst>
          </p:cNvPr>
          <p:cNvSpPr/>
          <p:nvPr userDrawn="1"/>
        </p:nvSpPr>
        <p:spPr>
          <a:xfrm>
            <a:off x="1589" y="0"/>
            <a:ext cx="12188825" cy="6858000"/>
          </a:xfrm>
          <a:prstGeom prst="rect">
            <a:avLst/>
          </a:prstGeom>
          <a:solidFill>
            <a:srgbClr val="423862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52BE7-4DEC-7843-BF6D-E80BE0A619E2}"/>
              </a:ext>
            </a:extLst>
          </p:cNvPr>
          <p:cNvSpPr/>
          <p:nvPr userDrawn="1"/>
        </p:nvSpPr>
        <p:spPr>
          <a:xfrm>
            <a:off x="1589" y="1981200"/>
            <a:ext cx="12188825" cy="2895600"/>
          </a:xfrm>
          <a:prstGeom prst="rect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63E73C-3AE7-224F-8DD9-7919405784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72" y="6399734"/>
            <a:ext cx="348262" cy="34298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F5459-B4B1-6A40-A78C-420EF4291D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2325" y="3962400"/>
            <a:ext cx="1908175" cy="70167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5CF30CA-5EAE-E94B-A995-F838F82797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53542" y="3960254"/>
            <a:ext cx="1908175" cy="701675"/>
          </a:xfrm>
          <a:prstGeom prst="rect">
            <a:avLst/>
          </a:prstGeom>
        </p:spPr>
        <p:txBody>
          <a:bodyPr/>
          <a:lstStyle>
            <a:lvl1pPr>
              <a:defRPr sz="160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placeholder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26BA4F9-DE45-4846-A0A6-92B65815FB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42207" y="3986012"/>
            <a:ext cx="1908175" cy="70167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426025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gr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2B0DEDBF-EBD7-5144-9AF8-BB95DDA8E76C}"/>
              </a:ext>
            </a:extLst>
          </p:cNvPr>
          <p:cNvCxnSpPr>
            <a:stCxn id="13" idx="7"/>
            <a:endCxn id="11" idx="2"/>
          </p:cNvCxnSpPr>
          <p:nvPr userDrawn="1"/>
        </p:nvCxnSpPr>
        <p:spPr>
          <a:xfrm rot="5400000" flipH="1" flipV="1">
            <a:off x="8179970" y="2993567"/>
            <a:ext cx="1103068" cy="798779"/>
          </a:xfrm>
          <a:prstGeom prst="curvedConnector2">
            <a:avLst/>
          </a:prstGeom>
          <a:ln>
            <a:prstDash val="sys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3AE72A42-3408-D44F-9880-D26E2B8D83BC}"/>
              </a:ext>
            </a:extLst>
          </p:cNvPr>
          <p:cNvCxnSpPr>
            <a:stCxn id="10" idx="6"/>
            <a:endCxn id="13" idx="1"/>
          </p:cNvCxnSpPr>
          <p:nvPr userDrawn="1"/>
        </p:nvCxnSpPr>
        <p:spPr>
          <a:xfrm>
            <a:off x="6881127" y="2869324"/>
            <a:ext cx="778355" cy="1075164"/>
          </a:xfrm>
          <a:prstGeom prst="curvedConnector2">
            <a:avLst/>
          </a:prstGeom>
          <a:ln>
            <a:prstDash val="sys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921DFAD-A12F-BB4C-9F3C-611C81606D25}"/>
              </a:ext>
            </a:extLst>
          </p:cNvPr>
          <p:cNvSpPr/>
          <p:nvPr userDrawn="1"/>
        </p:nvSpPr>
        <p:spPr>
          <a:xfrm>
            <a:off x="1320916" y="2054781"/>
            <a:ext cx="1664677" cy="1629084"/>
          </a:xfrm>
          <a:prstGeom prst="ellipse">
            <a:avLst/>
          </a:prstGeom>
          <a:solidFill>
            <a:srgbClr val="56556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2B145A-EEA3-B84C-82AD-3C9DAE37EFB0}"/>
              </a:ext>
            </a:extLst>
          </p:cNvPr>
          <p:cNvSpPr/>
          <p:nvPr userDrawn="1"/>
        </p:nvSpPr>
        <p:spPr>
          <a:xfrm>
            <a:off x="5144158" y="2026879"/>
            <a:ext cx="1736969" cy="1684890"/>
          </a:xfrm>
          <a:prstGeom prst="ellips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830F76-85F6-9541-83DA-7F414D64CFBA}"/>
              </a:ext>
            </a:extLst>
          </p:cNvPr>
          <p:cNvSpPr/>
          <p:nvPr userDrawn="1"/>
        </p:nvSpPr>
        <p:spPr>
          <a:xfrm>
            <a:off x="9130893" y="2026878"/>
            <a:ext cx="1664677" cy="1629084"/>
          </a:xfrm>
          <a:prstGeom prst="ellipse">
            <a:avLst/>
          </a:prstGeom>
          <a:solidFill>
            <a:srgbClr val="565565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91ACC5-7F16-2B4B-AE58-3F4228453D35}"/>
              </a:ext>
            </a:extLst>
          </p:cNvPr>
          <p:cNvSpPr/>
          <p:nvPr userDrawn="1"/>
        </p:nvSpPr>
        <p:spPr>
          <a:xfrm>
            <a:off x="3553866" y="3868357"/>
            <a:ext cx="951244" cy="950300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EE1FDE-6EA7-F048-AEFE-D6C22CD870E9}"/>
              </a:ext>
            </a:extLst>
          </p:cNvPr>
          <p:cNvSpPr/>
          <p:nvPr userDrawn="1"/>
        </p:nvSpPr>
        <p:spPr>
          <a:xfrm>
            <a:off x="7520175" y="3805319"/>
            <a:ext cx="951244" cy="950300"/>
          </a:xfrm>
          <a:prstGeom prst="ellipse">
            <a:avLst/>
          </a:prstGeom>
          <a:solidFill>
            <a:srgbClr val="EEA73C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3AAC26B2-DD58-DD46-9C38-1F630514672C}"/>
              </a:ext>
            </a:extLst>
          </p:cNvPr>
          <p:cNvCxnSpPr>
            <a:stCxn id="9" idx="6"/>
            <a:endCxn id="12" idx="1"/>
          </p:cNvCxnSpPr>
          <p:nvPr userDrawn="1"/>
        </p:nvCxnSpPr>
        <p:spPr>
          <a:xfrm>
            <a:off x="2985593" y="2869324"/>
            <a:ext cx="707580" cy="1138203"/>
          </a:xfrm>
          <a:prstGeom prst="curvedConnector2">
            <a:avLst/>
          </a:prstGeom>
          <a:ln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610BD77D-8D74-7B42-A424-D8F6FD37BE5E}"/>
              </a:ext>
            </a:extLst>
          </p:cNvPr>
          <p:cNvCxnSpPr>
            <a:stCxn id="12" idx="7"/>
            <a:endCxn id="10" idx="2"/>
          </p:cNvCxnSpPr>
          <p:nvPr userDrawn="1"/>
        </p:nvCxnSpPr>
        <p:spPr>
          <a:xfrm rot="5400000" flipH="1" flipV="1">
            <a:off x="4185879" y="3049250"/>
            <a:ext cx="1138202" cy="778353"/>
          </a:xfrm>
          <a:prstGeom prst="curvedConnector2">
            <a:avLst/>
          </a:prstGeom>
          <a:ln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2D19C5-6AB5-E345-960A-6E2C710055BD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D8375D2C-2BC5-8F46-848F-67D8E05511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686C010-19F1-EF44-8DEE-10FFCF0DB2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5967" y="972475"/>
            <a:ext cx="3194050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text in middle of circles in white, or icons from slide 3 in white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874B24A-F5C4-554E-91C0-1CEA4D0CC8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829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5CB32C-EA06-4441-A169-68C4A65268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447" y="3912726"/>
            <a:ext cx="1353775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BAE34C6D-ED60-5847-AFBD-B35A279072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70624" y="5025825"/>
            <a:ext cx="1353775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7C5A216-44D7-5141-B81E-C4A588A72D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5642" y="3926230"/>
            <a:ext cx="1353775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2F30F5B4-FEE2-4C49-B73F-D783094679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63890" y="5083698"/>
            <a:ext cx="1353775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2F63F0E4-7C08-D345-8321-2346F408AE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66311" y="3822058"/>
            <a:ext cx="1353775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3964502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ircl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nut 6">
            <a:extLst>
              <a:ext uri="{FF2B5EF4-FFF2-40B4-BE49-F238E27FC236}">
                <a16:creationId xmlns:a16="http://schemas.microsoft.com/office/drawing/2014/main" id="{EE6D677C-B541-2447-9456-0F01BFED25D4}"/>
              </a:ext>
            </a:extLst>
          </p:cNvPr>
          <p:cNvSpPr/>
          <p:nvPr userDrawn="1"/>
        </p:nvSpPr>
        <p:spPr>
          <a:xfrm>
            <a:off x="5641441" y="2979924"/>
            <a:ext cx="929328" cy="883463"/>
          </a:xfrm>
          <a:prstGeom prst="donut">
            <a:avLst>
              <a:gd name="adj" fmla="val 8751"/>
            </a:avLst>
          </a:prstGeom>
          <a:solidFill>
            <a:srgbClr val="EEA73C"/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399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843D3F-0EAF-9246-A51C-D1FBC50817DD}"/>
              </a:ext>
            </a:extLst>
          </p:cNvPr>
          <p:cNvSpPr/>
          <p:nvPr userDrawn="1"/>
        </p:nvSpPr>
        <p:spPr>
          <a:xfrm>
            <a:off x="3984619" y="1322061"/>
            <a:ext cx="1101969" cy="1113405"/>
          </a:xfrm>
          <a:prstGeom prst="ellips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4A159E-9883-934D-BC65-92129DC61122}"/>
              </a:ext>
            </a:extLst>
          </p:cNvPr>
          <p:cNvSpPr/>
          <p:nvPr userDrawn="1"/>
        </p:nvSpPr>
        <p:spPr>
          <a:xfrm>
            <a:off x="3926002" y="2867987"/>
            <a:ext cx="1101969" cy="1113405"/>
          </a:xfrm>
          <a:prstGeom prst="ellipse">
            <a:avLst/>
          </a:prstGeom>
          <a:solidFill>
            <a:srgbClr val="56556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154224-3015-664B-B203-D6593CBA3EC0}"/>
              </a:ext>
            </a:extLst>
          </p:cNvPr>
          <p:cNvSpPr/>
          <p:nvPr userDrawn="1"/>
        </p:nvSpPr>
        <p:spPr>
          <a:xfrm>
            <a:off x="3984619" y="4320467"/>
            <a:ext cx="1101969" cy="1113405"/>
          </a:xfrm>
          <a:prstGeom prst="ellipse">
            <a:avLst/>
          </a:prstGeom>
          <a:solidFill>
            <a:srgbClr val="EEA73C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02C7FC-BF25-3942-8B40-3F053F47C59D}"/>
              </a:ext>
            </a:extLst>
          </p:cNvPr>
          <p:cNvSpPr/>
          <p:nvPr userDrawn="1"/>
        </p:nvSpPr>
        <p:spPr>
          <a:xfrm>
            <a:off x="7164030" y="1322061"/>
            <a:ext cx="1101969" cy="1113405"/>
          </a:xfrm>
          <a:prstGeom prst="ellipse">
            <a:avLst/>
          </a:prstGeom>
          <a:solidFill>
            <a:srgbClr val="EEA73C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B7E75E-1E74-9B48-94B1-F1D30720C873}"/>
              </a:ext>
            </a:extLst>
          </p:cNvPr>
          <p:cNvSpPr/>
          <p:nvPr userDrawn="1"/>
        </p:nvSpPr>
        <p:spPr>
          <a:xfrm>
            <a:off x="7102958" y="2867987"/>
            <a:ext cx="1101969" cy="1113405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595A06-EA88-8B42-A2F9-E4CF627EB9A0}"/>
              </a:ext>
            </a:extLst>
          </p:cNvPr>
          <p:cNvSpPr/>
          <p:nvPr userDrawn="1"/>
        </p:nvSpPr>
        <p:spPr>
          <a:xfrm>
            <a:off x="7091235" y="4320467"/>
            <a:ext cx="1101969" cy="1113405"/>
          </a:xfrm>
          <a:prstGeom prst="ellips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8B41B20F-F1D7-8A4A-AEE6-E5B1D01BFBC2}"/>
              </a:ext>
            </a:extLst>
          </p:cNvPr>
          <p:cNvCxnSpPr>
            <a:cxnSpLocks/>
            <a:stCxn id="8" idx="6"/>
            <a:endCxn id="7" idx="1"/>
          </p:cNvCxnSpPr>
          <p:nvPr userDrawn="1"/>
        </p:nvCxnSpPr>
        <p:spPr>
          <a:xfrm>
            <a:off x="5086588" y="1878764"/>
            <a:ext cx="690951" cy="1230540"/>
          </a:xfrm>
          <a:prstGeom prst="bentConnector2">
            <a:avLst/>
          </a:prstGeom>
          <a:ln>
            <a:solidFill>
              <a:srgbClr val="565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C1D8D70-4C6C-4541-A12F-506520B48BBD}"/>
              </a:ext>
            </a:extLst>
          </p:cNvPr>
          <p:cNvCxnSpPr>
            <a:cxnSpLocks/>
            <a:stCxn id="11" idx="2"/>
            <a:endCxn id="7" idx="7"/>
          </p:cNvCxnSpPr>
          <p:nvPr userDrawn="1"/>
        </p:nvCxnSpPr>
        <p:spPr>
          <a:xfrm rot="10800000" flipV="1">
            <a:off x="6434674" y="1878763"/>
            <a:ext cx="729357" cy="1230540"/>
          </a:xfrm>
          <a:prstGeom prst="bentConnector2">
            <a:avLst/>
          </a:prstGeom>
          <a:ln>
            <a:solidFill>
              <a:srgbClr val="565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311B66-D4DD-0B44-A558-FB0A5A3EBDB8}"/>
              </a:ext>
            </a:extLst>
          </p:cNvPr>
          <p:cNvCxnSpPr>
            <a:cxnSpLocks/>
            <a:stCxn id="7" idx="2"/>
            <a:endCxn id="9" idx="6"/>
          </p:cNvCxnSpPr>
          <p:nvPr userDrawn="1"/>
        </p:nvCxnSpPr>
        <p:spPr>
          <a:xfrm flipH="1">
            <a:off x="5027972" y="3421656"/>
            <a:ext cx="613471" cy="3033"/>
          </a:xfrm>
          <a:prstGeom prst="line">
            <a:avLst/>
          </a:prstGeom>
          <a:ln>
            <a:solidFill>
              <a:srgbClr val="565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DEAD2A-96D1-D642-8AAB-5F403BBD70E0}"/>
              </a:ext>
            </a:extLst>
          </p:cNvPr>
          <p:cNvCxnSpPr>
            <a:cxnSpLocks/>
            <a:stCxn id="7" idx="6"/>
            <a:endCxn id="12" idx="2"/>
          </p:cNvCxnSpPr>
          <p:nvPr userDrawn="1"/>
        </p:nvCxnSpPr>
        <p:spPr>
          <a:xfrm>
            <a:off x="6570770" y="3421656"/>
            <a:ext cx="532188" cy="3033"/>
          </a:xfrm>
          <a:prstGeom prst="line">
            <a:avLst/>
          </a:prstGeom>
          <a:ln>
            <a:solidFill>
              <a:srgbClr val="565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9752413D-1442-434D-AD9D-230094493E22}"/>
              </a:ext>
            </a:extLst>
          </p:cNvPr>
          <p:cNvCxnSpPr>
            <a:cxnSpLocks/>
            <a:stCxn id="7" idx="3"/>
            <a:endCxn id="10" idx="6"/>
          </p:cNvCxnSpPr>
          <p:nvPr userDrawn="1"/>
        </p:nvCxnSpPr>
        <p:spPr>
          <a:xfrm rot="5400000">
            <a:off x="4860483" y="3960113"/>
            <a:ext cx="1143163" cy="690951"/>
          </a:xfrm>
          <a:prstGeom prst="bentConnector2">
            <a:avLst/>
          </a:prstGeom>
          <a:ln>
            <a:solidFill>
              <a:srgbClr val="565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57FA61AA-DD2F-DF48-B88C-2A5833E281B7}"/>
              </a:ext>
            </a:extLst>
          </p:cNvPr>
          <p:cNvCxnSpPr>
            <a:cxnSpLocks/>
            <a:stCxn id="7" idx="5"/>
            <a:endCxn id="13" idx="2"/>
          </p:cNvCxnSpPr>
          <p:nvPr userDrawn="1"/>
        </p:nvCxnSpPr>
        <p:spPr>
          <a:xfrm rot="16200000" flipH="1">
            <a:off x="6191374" y="3977306"/>
            <a:ext cx="1143163" cy="656562"/>
          </a:xfrm>
          <a:prstGeom prst="bentConnector2">
            <a:avLst/>
          </a:prstGeom>
          <a:ln>
            <a:solidFill>
              <a:srgbClr val="565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67185F-8272-6640-BD20-E789FBADBE55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DFE04FEB-E73C-C845-92BF-88272A92C9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D6A35-CDC1-8A44-AC9E-7144933AE6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0078" y="1409217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5D17408-9E47-C949-A840-B85FFC7481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2683" y="2983374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5EB4602B-5F9A-CF4B-9389-8743D22979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72233" y="4413491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95E5F27-089D-B04F-B718-1487C6C511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9923" y="1397000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828CCE2-CD3B-EC46-A754-3788DA46A2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92623" y="2983374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E37B85F1-B747-1A43-A991-214DBFFD22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97125" y="4405292"/>
            <a:ext cx="1945169" cy="8912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1923B95A-33EF-384A-B513-1BC147692C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307495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I 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144D583-3A86-864E-B256-A1A3EBEE531F}"/>
              </a:ext>
            </a:extLst>
          </p:cNvPr>
          <p:cNvSpPr txBox="1"/>
          <p:nvPr userDrawn="1"/>
        </p:nvSpPr>
        <p:spPr>
          <a:xfrm>
            <a:off x="4298628" y="2210118"/>
            <a:ext cx="3594744" cy="3261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9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“For the past nine years, Projector has had the highest customer satisfaction ratings among the major PSA solutions on the market.”</a:t>
            </a:r>
          </a:p>
          <a:p>
            <a:endParaRPr lang="en-US" sz="19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12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SPI Research’s Annual Professional Services Benchmark</a:t>
            </a:r>
          </a:p>
          <a:p>
            <a:endParaRPr lang="en-US" sz="19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399" dirty="0"/>
          </a:p>
        </p:txBody>
      </p:sp>
      <p:pic>
        <p:nvPicPr>
          <p:cNvPr id="17" name="Picture Placeholder 4" descr="A computer sitting on top of a wooden table&#10;&#10;Description automatically generated">
            <a:extLst>
              <a:ext uri="{FF2B5EF4-FFF2-40B4-BE49-F238E27FC236}">
                <a16:creationId xmlns:a16="http://schemas.microsoft.com/office/drawing/2014/main" id="{95B508A2-B2A0-384A-8C49-22377B49F9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708400" cy="685371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F2E55A6-6897-3F47-B547-72BC9A9BE164}"/>
              </a:ext>
            </a:extLst>
          </p:cNvPr>
          <p:cNvSpPr/>
          <p:nvPr userDrawn="1"/>
        </p:nvSpPr>
        <p:spPr>
          <a:xfrm>
            <a:off x="15236" y="0"/>
            <a:ext cx="3702570" cy="6858000"/>
          </a:xfrm>
          <a:prstGeom prst="rect">
            <a:avLst/>
          </a:prstGeom>
          <a:solidFill>
            <a:srgbClr val="423862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Placeholder 8" descr="A picture containing person, indoor, holding, person&#10;&#10;Description automatically generated">
            <a:extLst>
              <a:ext uri="{FF2B5EF4-FFF2-40B4-BE49-F238E27FC236}">
                <a16:creationId xmlns:a16="http://schemas.microsoft.com/office/drawing/2014/main" id="{86B60379-0BF0-784A-8D9C-2E4A6BFCE7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83600" y="0"/>
            <a:ext cx="3708400" cy="685371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BA4396D-D7A3-8A43-936B-D6E711A47D9E}"/>
              </a:ext>
            </a:extLst>
          </p:cNvPr>
          <p:cNvSpPr/>
          <p:nvPr userDrawn="1"/>
        </p:nvSpPr>
        <p:spPr>
          <a:xfrm>
            <a:off x="8474195" y="0"/>
            <a:ext cx="3702570" cy="6858000"/>
          </a:xfrm>
          <a:prstGeom prst="rect">
            <a:avLst/>
          </a:prstGeom>
          <a:solidFill>
            <a:srgbClr val="423862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DB980B8-C038-5A49-8326-EC6155705E0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244" y="1636665"/>
            <a:ext cx="348262" cy="3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098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4D8645-A2BF-664C-B3B0-D4D23F1256D9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BD1FAEBD-B974-434C-B333-01B4C3F9FE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14458C-38EB-D243-A92A-2337BE6E4260}"/>
              </a:ext>
            </a:extLst>
          </p:cNvPr>
          <p:cNvCxnSpPr>
            <a:cxnSpLocks/>
          </p:cNvCxnSpPr>
          <p:nvPr userDrawn="1"/>
        </p:nvCxnSpPr>
        <p:spPr>
          <a:xfrm>
            <a:off x="1" y="3470906"/>
            <a:ext cx="9121124" cy="0"/>
          </a:xfrm>
          <a:prstGeom prst="line">
            <a:avLst/>
          </a:prstGeom>
          <a:ln w="28575">
            <a:solidFill>
              <a:srgbClr val="4238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1AB5FD6-C89E-7541-B809-06E3BA56463C}"/>
              </a:ext>
            </a:extLst>
          </p:cNvPr>
          <p:cNvSpPr/>
          <p:nvPr userDrawn="1"/>
        </p:nvSpPr>
        <p:spPr>
          <a:xfrm>
            <a:off x="1596329" y="3331336"/>
            <a:ext cx="276520" cy="276448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56556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BC1341-221D-6F4E-8B82-2E439A6C7840}"/>
              </a:ext>
            </a:extLst>
          </p:cNvPr>
          <p:cNvSpPr/>
          <p:nvPr userDrawn="1"/>
        </p:nvSpPr>
        <p:spPr>
          <a:xfrm>
            <a:off x="4307690" y="3331336"/>
            <a:ext cx="276520" cy="276448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565565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66141B-A354-D24E-8942-97D0ED602376}"/>
              </a:ext>
            </a:extLst>
          </p:cNvPr>
          <p:cNvSpPr/>
          <p:nvPr userDrawn="1"/>
        </p:nvSpPr>
        <p:spPr>
          <a:xfrm>
            <a:off x="7010025" y="3331336"/>
            <a:ext cx="276520" cy="276448"/>
          </a:xfrm>
          <a:prstGeom prst="ellipse">
            <a:avLst/>
          </a:prstGeom>
          <a:solidFill>
            <a:srgbClr val="858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rgbClr val="42386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AA7C033-F95D-A545-949F-F51DA826B5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24189478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ojector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A2E47A-8BD9-8A44-900B-2B376628834B}"/>
              </a:ext>
            </a:extLst>
          </p:cNvPr>
          <p:cNvSpPr txBox="1"/>
          <p:nvPr userDrawn="1"/>
        </p:nvSpPr>
        <p:spPr>
          <a:xfrm>
            <a:off x="466285" y="164891"/>
            <a:ext cx="3971380" cy="5232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PROJECTOR ICONS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93B33DB5-AD9F-6546-AEBF-B5AF80CA0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2096" y="1515470"/>
            <a:ext cx="3657600" cy="4318000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F06E3D08-EA3A-BF43-BDC3-D55C944447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2497" y="1542007"/>
            <a:ext cx="3619951" cy="42725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C30D6E-B948-954B-9740-49DFD000EC56}"/>
              </a:ext>
            </a:extLst>
          </p:cNvPr>
          <p:cNvSpPr/>
          <p:nvPr userDrawn="1"/>
        </p:nvSpPr>
        <p:spPr>
          <a:xfrm>
            <a:off x="3973086" y="1555655"/>
            <a:ext cx="3616657" cy="424445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C6AAE1-4588-D644-85A0-CB232DB12FEE}"/>
              </a:ext>
            </a:extLst>
          </p:cNvPr>
          <p:cNvSpPr/>
          <p:nvPr userDrawn="1"/>
        </p:nvSpPr>
        <p:spPr>
          <a:xfrm>
            <a:off x="7974155" y="1544282"/>
            <a:ext cx="3616657" cy="424445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DFBC3-6643-0F48-9F58-D6423910EA51}"/>
              </a:ext>
            </a:extLst>
          </p:cNvPr>
          <p:cNvSpPr txBox="1"/>
          <p:nvPr userDrawn="1"/>
        </p:nvSpPr>
        <p:spPr>
          <a:xfrm>
            <a:off x="526019" y="1542020"/>
            <a:ext cx="309222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EEA73C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655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Copy/paste icon of choice from page 3</a:t>
            </a:r>
          </a:p>
          <a:p>
            <a:pPr marL="342900" indent="-342900">
              <a:buClr>
                <a:srgbClr val="EEA73C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655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want to change the color of the icon, right-click on icon, hit “format shape” and update with color codes (page 6)</a:t>
            </a:r>
          </a:p>
          <a:p>
            <a:pPr marL="342900" indent="-342900">
              <a:buClr>
                <a:srgbClr val="EEA73C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655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need to resize the icon, right-click and hit “format shape” and make sure to check “lock aspect ratio”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1AD53A-4C5D-5447-97D9-EEAEFEF4273D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F3B2DCE9-D175-534C-A18A-67EB280529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247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and circl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F8BDA7-FFB4-3C4A-BDA8-BB713E8D72A1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33DC4BF7-70C3-B440-8618-A755FAB26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672DC79-5A41-B842-A366-F8ECD9A9B560}"/>
              </a:ext>
            </a:extLst>
          </p:cNvPr>
          <p:cNvGrpSpPr/>
          <p:nvPr userDrawn="1"/>
        </p:nvGrpSpPr>
        <p:grpSpPr>
          <a:xfrm>
            <a:off x="4380260" y="1718470"/>
            <a:ext cx="3431481" cy="3421063"/>
            <a:chOff x="4464051" y="1716088"/>
            <a:chExt cx="3430587" cy="342106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DD9889A-E8E9-4341-9ABB-69E4BFB7A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1716088"/>
              <a:ext cx="1674812" cy="1701800"/>
            </a:xfrm>
            <a:custGeom>
              <a:avLst/>
              <a:gdLst>
                <a:gd name="T0" fmla="*/ 373 w 373"/>
                <a:gd name="T1" fmla="*/ 97 h 380"/>
                <a:gd name="T2" fmla="*/ 373 w 373"/>
                <a:gd name="T3" fmla="*/ 0 h 380"/>
                <a:gd name="T4" fmla="*/ 0 w 373"/>
                <a:gd name="T5" fmla="*/ 380 h 380"/>
                <a:gd name="T6" fmla="*/ 97 w 373"/>
                <a:gd name="T7" fmla="*/ 380 h 380"/>
                <a:gd name="T8" fmla="*/ 373 w 373"/>
                <a:gd name="T9" fmla="*/ 97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3" h="380">
                  <a:moveTo>
                    <a:pt x="373" y="97"/>
                  </a:moveTo>
                  <a:cubicBezTo>
                    <a:pt x="373" y="0"/>
                    <a:pt x="373" y="0"/>
                    <a:pt x="373" y="0"/>
                  </a:cubicBezTo>
                  <a:cubicBezTo>
                    <a:pt x="167" y="5"/>
                    <a:pt x="1" y="173"/>
                    <a:pt x="0" y="380"/>
                  </a:cubicBezTo>
                  <a:cubicBezTo>
                    <a:pt x="97" y="380"/>
                    <a:pt x="97" y="380"/>
                    <a:pt x="97" y="380"/>
                  </a:cubicBezTo>
                  <a:cubicBezTo>
                    <a:pt x="98" y="227"/>
                    <a:pt x="220" y="102"/>
                    <a:pt x="373" y="97"/>
                  </a:cubicBezTo>
                  <a:close/>
                </a:path>
              </a:pathLst>
            </a:custGeom>
            <a:solidFill>
              <a:srgbClr val="56556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7EDD2A8-7487-FE44-91DB-AA4A65BFC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471863"/>
              <a:ext cx="1701800" cy="1665288"/>
            </a:xfrm>
            <a:custGeom>
              <a:avLst/>
              <a:gdLst>
                <a:gd name="T0" fmla="*/ 0 w 379"/>
                <a:gd name="T1" fmla="*/ 275 h 372"/>
                <a:gd name="T2" fmla="*/ 0 w 379"/>
                <a:gd name="T3" fmla="*/ 372 h 372"/>
                <a:gd name="T4" fmla="*/ 379 w 379"/>
                <a:gd name="T5" fmla="*/ 0 h 372"/>
                <a:gd name="T6" fmla="*/ 281 w 379"/>
                <a:gd name="T7" fmla="*/ 0 h 372"/>
                <a:gd name="T8" fmla="*/ 0 w 379"/>
                <a:gd name="T9" fmla="*/ 275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2">
                  <a:moveTo>
                    <a:pt x="0" y="275"/>
                  </a:moveTo>
                  <a:cubicBezTo>
                    <a:pt x="0" y="372"/>
                    <a:pt x="0" y="372"/>
                    <a:pt x="0" y="372"/>
                  </a:cubicBezTo>
                  <a:cubicBezTo>
                    <a:pt x="206" y="370"/>
                    <a:pt x="373" y="205"/>
                    <a:pt x="379" y="0"/>
                  </a:cubicBezTo>
                  <a:cubicBezTo>
                    <a:pt x="281" y="0"/>
                    <a:pt x="281" y="0"/>
                    <a:pt x="281" y="0"/>
                  </a:cubicBezTo>
                  <a:cubicBezTo>
                    <a:pt x="276" y="152"/>
                    <a:pt x="152" y="273"/>
                    <a:pt x="0" y="275"/>
                  </a:cubicBezTo>
                  <a:close/>
                </a:path>
              </a:pathLst>
            </a:custGeom>
            <a:solidFill>
              <a:srgbClr val="42386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5BD29601-A40D-7143-A901-D625316A8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3471863"/>
              <a:ext cx="1674812" cy="1665288"/>
            </a:xfrm>
            <a:custGeom>
              <a:avLst/>
              <a:gdLst>
                <a:gd name="T0" fmla="*/ 97 w 373"/>
                <a:gd name="T1" fmla="*/ 0 h 372"/>
                <a:gd name="T2" fmla="*/ 0 w 373"/>
                <a:gd name="T3" fmla="*/ 0 h 372"/>
                <a:gd name="T4" fmla="*/ 373 w 373"/>
                <a:gd name="T5" fmla="*/ 372 h 372"/>
                <a:gd name="T6" fmla="*/ 373 w 373"/>
                <a:gd name="T7" fmla="*/ 275 h 372"/>
                <a:gd name="T8" fmla="*/ 97 w 373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3" h="372">
                  <a:moveTo>
                    <a:pt x="9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203"/>
                    <a:pt x="169" y="367"/>
                    <a:pt x="373" y="372"/>
                  </a:cubicBezTo>
                  <a:cubicBezTo>
                    <a:pt x="373" y="275"/>
                    <a:pt x="373" y="275"/>
                    <a:pt x="373" y="275"/>
                  </a:cubicBezTo>
                  <a:cubicBezTo>
                    <a:pt x="223" y="270"/>
                    <a:pt x="102" y="150"/>
                    <a:pt x="97" y="0"/>
                  </a:cubicBezTo>
                  <a:close/>
                </a:path>
              </a:pathLst>
            </a:custGeom>
            <a:solidFill>
              <a:srgbClr val="EEA73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BF77C336-A21F-8440-B688-15517A265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1716088"/>
              <a:ext cx="1701800" cy="1701800"/>
            </a:xfrm>
            <a:custGeom>
              <a:avLst/>
              <a:gdLst>
                <a:gd name="T0" fmla="*/ 281 w 379"/>
                <a:gd name="T1" fmla="*/ 380 h 380"/>
                <a:gd name="T2" fmla="*/ 379 w 379"/>
                <a:gd name="T3" fmla="*/ 380 h 380"/>
                <a:gd name="T4" fmla="*/ 0 w 379"/>
                <a:gd name="T5" fmla="*/ 0 h 380"/>
                <a:gd name="T6" fmla="*/ 0 w 379"/>
                <a:gd name="T7" fmla="*/ 97 h 380"/>
                <a:gd name="T8" fmla="*/ 281 w 379"/>
                <a:gd name="T9" fmla="*/ 38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80">
                  <a:moveTo>
                    <a:pt x="281" y="380"/>
                  </a:moveTo>
                  <a:cubicBezTo>
                    <a:pt x="379" y="380"/>
                    <a:pt x="379" y="380"/>
                    <a:pt x="379" y="380"/>
                  </a:cubicBezTo>
                  <a:cubicBezTo>
                    <a:pt x="378" y="171"/>
                    <a:pt x="209" y="2"/>
                    <a:pt x="0" y="0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55" y="99"/>
                    <a:pt x="280" y="225"/>
                    <a:pt x="281" y="380"/>
                  </a:cubicBezTo>
                  <a:close/>
                </a:path>
              </a:pathLst>
            </a:custGeom>
            <a:solidFill>
              <a:srgbClr val="85849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</p:grp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A2FDAA-6B51-D541-B426-36718359E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9674" y="4349606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A61428-5F19-FE4D-A765-0FCCAB403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36163" y="1900475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B6FE34C-1643-784A-B78C-2FE0BBA4CD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70214" y="4334581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A05C76C-D8E8-B246-A4C2-D87E72662C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6603" y="2005651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A917321-06A4-A442-9773-C5BB3A2FC8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2035763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3AECCD-955D-3945-8273-B8ED679525C9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2A303B5D-3623-C54E-BBC6-A7BB4428D1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CFB8B1A-E7A3-3D48-BE82-D20C2E160255}"/>
              </a:ext>
            </a:extLst>
          </p:cNvPr>
          <p:cNvGrpSpPr/>
          <p:nvPr userDrawn="1"/>
        </p:nvGrpSpPr>
        <p:grpSpPr>
          <a:xfrm>
            <a:off x="2326579" y="1576463"/>
            <a:ext cx="7866272" cy="4228242"/>
            <a:chOff x="4553744" y="4905599"/>
            <a:chExt cx="3538537" cy="18889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F5347E-BC97-024C-B82D-352EB76D622D}"/>
                </a:ext>
              </a:extLst>
            </p:cNvPr>
            <p:cNvSpPr/>
            <p:nvPr/>
          </p:nvSpPr>
          <p:spPr>
            <a:xfrm>
              <a:off x="5942012" y="6032500"/>
              <a:ext cx="762000" cy="762000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C7EB749-3982-6E46-B564-A2A5D8A701A2}"/>
                </a:ext>
              </a:extLst>
            </p:cNvPr>
            <p:cNvSpPr/>
            <p:nvPr/>
          </p:nvSpPr>
          <p:spPr>
            <a:xfrm>
              <a:off x="7416800" y="5991225"/>
              <a:ext cx="644525" cy="644525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E836AB5-40C5-BB40-A52C-E8789B2ED60B}"/>
                </a:ext>
              </a:extLst>
            </p:cNvPr>
            <p:cNvSpPr/>
            <p:nvPr/>
          </p:nvSpPr>
          <p:spPr>
            <a:xfrm>
              <a:off x="4584700" y="5991225"/>
              <a:ext cx="644525" cy="644525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EA3BB62-33FF-3040-B69B-B2CE014D5D40}"/>
                </a:ext>
              </a:extLst>
            </p:cNvPr>
            <p:cNvSpPr/>
            <p:nvPr/>
          </p:nvSpPr>
          <p:spPr>
            <a:xfrm>
              <a:off x="4553744" y="5392737"/>
              <a:ext cx="404813" cy="404813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050C5F8-7105-AF40-97E8-4688487BF1DF}"/>
                </a:ext>
              </a:extLst>
            </p:cNvPr>
            <p:cNvSpPr/>
            <p:nvPr/>
          </p:nvSpPr>
          <p:spPr>
            <a:xfrm>
              <a:off x="7687468" y="5392737"/>
              <a:ext cx="404813" cy="404813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1341BE-5DAD-5C42-AB4E-D7DB4AF553E0}"/>
                </a:ext>
              </a:extLst>
            </p:cNvPr>
            <p:cNvSpPr/>
            <p:nvPr/>
          </p:nvSpPr>
          <p:spPr>
            <a:xfrm>
              <a:off x="6001809" y="4905599"/>
              <a:ext cx="669386" cy="669386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2951CBC-A29E-0C44-BF8A-E02F9788E1FA}"/>
                </a:ext>
              </a:extLst>
            </p:cNvPr>
            <p:cNvCxnSpPr/>
            <p:nvPr/>
          </p:nvCxnSpPr>
          <p:spPr>
            <a:xfrm>
              <a:off x="6323012" y="5631454"/>
              <a:ext cx="0" cy="383532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D7539CD-3244-4B4F-9A3C-58D4066604A9}"/>
                </a:ext>
              </a:extLst>
            </p:cNvPr>
            <p:cNvGrpSpPr/>
            <p:nvPr/>
          </p:nvGrpSpPr>
          <p:grpSpPr>
            <a:xfrm>
              <a:off x="4998109" y="5264150"/>
              <a:ext cx="2649807" cy="357712"/>
              <a:chOff x="4994005" y="5264150"/>
              <a:chExt cx="2649807" cy="357712"/>
            </a:xfrm>
          </p:grpSpPr>
          <p:cxnSp>
            <p:nvCxnSpPr>
              <p:cNvPr id="29" name="Elbow Connector 28">
                <a:extLst>
                  <a:ext uri="{FF2B5EF4-FFF2-40B4-BE49-F238E27FC236}">
                    <a16:creationId xmlns:a16="http://schemas.microsoft.com/office/drawing/2014/main" id="{C117E578-A844-DF48-B21C-9007E4E767E4}"/>
                  </a:ext>
                </a:extLst>
              </p:cNvPr>
              <p:cNvCxnSpPr/>
              <p:nvPr/>
            </p:nvCxnSpPr>
            <p:spPr>
              <a:xfrm>
                <a:off x="66831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29">
                <a:extLst>
                  <a:ext uri="{FF2B5EF4-FFF2-40B4-BE49-F238E27FC236}">
                    <a16:creationId xmlns:a16="http://schemas.microsoft.com/office/drawing/2014/main" id="{EF7EC6CC-9B3A-AF41-8FB2-28C73AFE0BF7}"/>
                  </a:ext>
                </a:extLst>
              </p:cNvPr>
              <p:cNvCxnSpPr/>
              <p:nvPr/>
            </p:nvCxnSpPr>
            <p:spPr>
              <a:xfrm flipV="1">
                <a:off x="49940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B822880-5112-E544-82E0-F393001A74F9}"/>
                </a:ext>
              </a:extLst>
            </p:cNvPr>
            <p:cNvGrpSpPr/>
            <p:nvPr/>
          </p:nvGrpSpPr>
          <p:grpSpPr>
            <a:xfrm>
              <a:off x="5228051" y="5526996"/>
              <a:ext cx="2189923" cy="950004"/>
              <a:chOff x="4994005" y="5264150"/>
              <a:chExt cx="2649807" cy="357712"/>
            </a:xfrm>
          </p:grpSpPr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D743FDDA-0A9A-5944-8F1B-DF1283290B7E}"/>
                  </a:ext>
                </a:extLst>
              </p:cNvPr>
              <p:cNvCxnSpPr/>
              <p:nvPr/>
            </p:nvCxnSpPr>
            <p:spPr>
              <a:xfrm>
                <a:off x="66831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AF0008AF-112D-984C-9F67-7B0A32FBA7D7}"/>
                  </a:ext>
                </a:extLst>
              </p:cNvPr>
              <p:cNvCxnSpPr/>
              <p:nvPr/>
            </p:nvCxnSpPr>
            <p:spPr>
              <a:xfrm flipV="1">
                <a:off x="49940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1814BEC-38BE-9A42-BD72-38BB57D635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5967" y="972475"/>
            <a:ext cx="3194050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white text within circles, or icons from slide 3 in white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67E9F2C9-78B2-7541-BC34-E4A5590F7B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969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2366554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map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3AECCD-955D-3945-8273-B8ED679525C9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2A303B5D-3623-C54E-BBC6-A7BB4428D1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CFB8B1A-E7A3-3D48-BE82-D20C2E160255}"/>
              </a:ext>
            </a:extLst>
          </p:cNvPr>
          <p:cNvGrpSpPr/>
          <p:nvPr userDrawn="1"/>
        </p:nvGrpSpPr>
        <p:grpSpPr>
          <a:xfrm>
            <a:off x="2326579" y="1576463"/>
            <a:ext cx="7866272" cy="4228242"/>
            <a:chOff x="4553744" y="4905599"/>
            <a:chExt cx="3538537" cy="188890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F5347E-BC97-024C-B82D-352EB76D622D}"/>
                </a:ext>
              </a:extLst>
            </p:cNvPr>
            <p:cNvSpPr/>
            <p:nvPr/>
          </p:nvSpPr>
          <p:spPr>
            <a:xfrm>
              <a:off x="5942012" y="6032500"/>
              <a:ext cx="762000" cy="762000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C7EB749-3982-6E46-B564-A2A5D8A701A2}"/>
                </a:ext>
              </a:extLst>
            </p:cNvPr>
            <p:cNvSpPr/>
            <p:nvPr/>
          </p:nvSpPr>
          <p:spPr>
            <a:xfrm>
              <a:off x="7416800" y="5991225"/>
              <a:ext cx="644525" cy="644525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E836AB5-40C5-BB40-A52C-E8789B2ED60B}"/>
                </a:ext>
              </a:extLst>
            </p:cNvPr>
            <p:cNvSpPr/>
            <p:nvPr/>
          </p:nvSpPr>
          <p:spPr>
            <a:xfrm>
              <a:off x="4584700" y="5991225"/>
              <a:ext cx="644525" cy="644525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EA3BB62-33FF-3040-B69B-B2CE014D5D40}"/>
                </a:ext>
              </a:extLst>
            </p:cNvPr>
            <p:cNvSpPr/>
            <p:nvPr/>
          </p:nvSpPr>
          <p:spPr>
            <a:xfrm>
              <a:off x="4553744" y="5392737"/>
              <a:ext cx="404813" cy="404813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050C5F8-7105-AF40-97E8-4688487BF1DF}"/>
                </a:ext>
              </a:extLst>
            </p:cNvPr>
            <p:cNvSpPr/>
            <p:nvPr/>
          </p:nvSpPr>
          <p:spPr>
            <a:xfrm>
              <a:off x="7687468" y="5392737"/>
              <a:ext cx="404813" cy="404813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1341BE-5DAD-5C42-AB4E-D7DB4AF553E0}"/>
                </a:ext>
              </a:extLst>
            </p:cNvPr>
            <p:cNvSpPr/>
            <p:nvPr/>
          </p:nvSpPr>
          <p:spPr>
            <a:xfrm>
              <a:off x="6001809" y="4905599"/>
              <a:ext cx="669386" cy="669386"/>
            </a:xfrm>
            <a:prstGeom prst="ellipse">
              <a:avLst/>
            </a:prstGeom>
            <a:solidFill>
              <a:srgbClr val="4238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2951CBC-A29E-0C44-BF8A-E02F9788E1FA}"/>
                </a:ext>
              </a:extLst>
            </p:cNvPr>
            <p:cNvCxnSpPr/>
            <p:nvPr/>
          </p:nvCxnSpPr>
          <p:spPr>
            <a:xfrm>
              <a:off x="6323012" y="5631454"/>
              <a:ext cx="0" cy="383532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D7539CD-3244-4B4F-9A3C-58D4066604A9}"/>
                </a:ext>
              </a:extLst>
            </p:cNvPr>
            <p:cNvGrpSpPr/>
            <p:nvPr/>
          </p:nvGrpSpPr>
          <p:grpSpPr>
            <a:xfrm>
              <a:off x="4998109" y="5264150"/>
              <a:ext cx="2649807" cy="357712"/>
              <a:chOff x="4994005" y="5264150"/>
              <a:chExt cx="2649807" cy="357712"/>
            </a:xfrm>
          </p:grpSpPr>
          <p:cxnSp>
            <p:nvCxnSpPr>
              <p:cNvPr id="29" name="Elbow Connector 28">
                <a:extLst>
                  <a:ext uri="{FF2B5EF4-FFF2-40B4-BE49-F238E27FC236}">
                    <a16:creationId xmlns:a16="http://schemas.microsoft.com/office/drawing/2014/main" id="{C117E578-A844-DF48-B21C-9007E4E767E4}"/>
                  </a:ext>
                </a:extLst>
              </p:cNvPr>
              <p:cNvCxnSpPr/>
              <p:nvPr/>
            </p:nvCxnSpPr>
            <p:spPr>
              <a:xfrm>
                <a:off x="66831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29">
                <a:extLst>
                  <a:ext uri="{FF2B5EF4-FFF2-40B4-BE49-F238E27FC236}">
                    <a16:creationId xmlns:a16="http://schemas.microsoft.com/office/drawing/2014/main" id="{EF7EC6CC-9B3A-AF41-8FB2-28C73AFE0BF7}"/>
                  </a:ext>
                </a:extLst>
              </p:cNvPr>
              <p:cNvCxnSpPr/>
              <p:nvPr/>
            </p:nvCxnSpPr>
            <p:spPr>
              <a:xfrm flipV="1">
                <a:off x="49940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B822880-5112-E544-82E0-F393001A74F9}"/>
                </a:ext>
              </a:extLst>
            </p:cNvPr>
            <p:cNvGrpSpPr/>
            <p:nvPr/>
          </p:nvGrpSpPr>
          <p:grpSpPr>
            <a:xfrm>
              <a:off x="5228051" y="5526996"/>
              <a:ext cx="2189923" cy="950004"/>
              <a:chOff x="4994005" y="5264150"/>
              <a:chExt cx="2649807" cy="357712"/>
            </a:xfrm>
          </p:grpSpPr>
          <p:cxnSp>
            <p:nvCxnSpPr>
              <p:cNvPr id="27" name="Elbow Connector 26">
                <a:extLst>
                  <a:ext uri="{FF2B5EF4-FFF2-40B4-BE49-F238E27FC236}">
                    <a16:creationId xmlns:a16="http://schemas.microsoft.com/office/drawing/2014/main" id="{D743FDDA-0A9A-5944-8F1B-DF1283290B7E}"/>
                  </a:ext>
                </a:extLst>
              </p:cNvPr>
              <p:cNvCxnSpPr/>
              <p:nvPr/>
            </p:nvCxnSpPr>
            <p:spPr>
              <a:xfrm>
                <a:off x="66831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AF0008AF-112D-984C-9F67-7B0A32FBA7D7}"/>
                  </a:ext>
                </a:extLst>
              </p:cNvPr>
              <p:cNvCxnSpPr/>
              <p:nvPr/>
            </p:nvCxnSpPr>
            <p:spPr>
              <a:xfrm flipV="1">
                <a:off x="4994005" y="5264150"/>
                <a:ext cx="960707" cy="357712"/>
              </a:xfrm>
              <a:prstGeom prst="bentConnector3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374923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o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5DA3CE-DFDF-BC4B-AFFD-A24983AE11E9}"/>
              </a:ext>
            </a:extLst>
          </p:cNvPr>
          <p:cNvSpPr txBox="1"/>
          <p:nvPr userDrawn="1"/>
        </p:nvSpPr>
        <p:spPr>
          <a:xfrm>
            <a:off x="466285" y="164891"/>
            <a:ext cx="660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PROJECTOR LOGOS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785DF3-58BF-024B-86AD-8FFEC273038A}"/>
              </a:ext>
            </a:extLst>
          </p:cNvPr>
          <p:cNvSpPr txBox="1"/>
          <p:nvPr userDrawn="1"/>
        </p:nvSpPr>
        <p:spPr>
          <a:xfrm>
            <a:off x="495687" y="1326887"/>
            <a:ext cx="4534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PRIMARY LOGO</a:t>
            </a:r>
          </a:p>
          <a:p>
            <a:r>
              <a:rPr lang="en-US" sz="1000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primary logo is the preferred logo to represent the brand. Ideally, the logo will be used on a violet background for maximum impact and clarity. The primary logo should never go below .25 inches in height of legibility may be lost.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617DD-3FBF-F046-9B64-E359EEF41DC5}"/>
              </a:ext>
            </a:extLst>
          </p:cNvPr>
          <p:cNvSpPr txBox="1"/>
          <p:nvPr userDrawn="1"/>
        </p:nvSpPr>
        <p:spPr>
          <a:xfrm>
            <a:off x="495687" y="2269382"/>
            <a:ext cx="45344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SECONDARY LOGO</a:t>
            </a:r>
          </a:p>
          <a:p>
            <a:r>
              <a:rPr lang="en-US" sz="1000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secondary logo can be used when the primary logo is not a fit for the applicable usage. Ideally, the logo will be used on a violet background for maximum impact and clarity. The secondary logo should never go below .625 inches in height or legibility may be lost.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D1D1B-EEAF-8248-9F06-EBDF9CC44030}"/>
              </a:ext>
            </a:extLst>
          </p:cNvPr>
          <p:cNvSpPr txBox="1"/>
          <p:nvPr userDrawn="1"/>
        </p:nvSpPr>
        <p:spPr>
          <a:xfrm>
            <a:off x="495687" y="3373373"/>
            <a:ext cx="45344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WORDMARK</a:t>
            </a:r>
          </a:p>
          <a:p>
            <a:r>
              <a:rPr lang="en-US" sz="1000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wordmark can stand along when the primary logo is not a fit for the applicable usage. The wordmark should never go below .125 inches in height.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F529-1B2E-934D-9C97-9BD667F51C5F}"/>
              </a:ext>
            </a:extLst>
          </p:cNvPr>
          <p:cNvSpPr txBox="1"/>
          <p:nvPr userDrawn="1"/>
        </p:nvSpPr>
        <p:spPr>
          <a:xfrm>
            <a:off x="495687" y="4169588"/>
            <a:ext cx="453442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WING ICON</a:t>
            </a:r>
          </a:p>
          <a:p>
            <a:r>
              <a:rPr lang="en-US" sz="1000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wing icon can stand along as a supporting brand element. It should not be bigger than it is in this template, and should remain a consistent size throughout your deck. Can be used as a graphic element, watermark, or animation to help reinforce the brand.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55FCF0-8A84-484F-9D95-710916E4D697}"/>
              </a:ext>
            </a:extLst>
          </p:cNvPr>
          <p:cNvSpPr txBox="1"/>
          <p:nvPr userDrawn="1"/>
        </p:nvSpPr>
        <p:spPr>
          <a:xfrm>
            <a:off x="495688" y="5117286"/>
            <a:ext cx="42145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rgbClr val="423862"/>
                </a:solidFill>
              </a:rPr>
              <a:t>*Primary logo, secondary logo and wordmark are most effective when surrounded by an area of clear space separated from type, other logos and/or any other graphic elements.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5DD325-7E99-FF4C-B5F2-0E77867A4E05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67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or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60A957-D772-3147-88D2-9CA41A51504F}"/>
              </a:ext>
            </a:extLst>
          </p:cNvPr>
          <p:cNvSpPr txBox="1"/>
          <p:nvPr userDrawn="1"/>
        </p:nvSpPr>
        <p:spPr>
          <a:xfrm>
            <a:off x="466285" y="164891"/>
            <a:ext cx="660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2386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PROJECTOR COLORS</a:t>
            </a:r>
          </a:p>
        </p:txBody>
      </p:sp>
      <p:pic>
        <p:nvPicPr>
          <p:cNvPr id="9" name="Picture 8" descr="A picture containing table&#10;&#10;Description automatically generated">
            <a:extLst>
              <a:ext uri="{FF2B5EF4-FFF2-40B4-BE49-F238E27FC236}">
                <a16:creationId xmlns:a16="http://schemas.microsoft.com/office/drawing/2014/main" id="{D00D79CB-7194-F143-AF8C-DD88CB8323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9" y="6195349"/>
            <a:ext cx="3994484" cy="662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3BB2C7-4EDD-D14F-8551-903A9D5DF8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4845" y="6195478"/>
            <a:ext cx="6292722" cy="660162"/>
          </a:xfrm>
          <a:prstGeom prst="rect">
            <a:avLst/>
          </a:prstGeom>
        </p:spPr>
      </p:pic>
      <p:pic>
        <p:nvPicPr>
          <p:cNvPr id="11" name="Picture 10" descr="A picture containing bird&#10;&#10;Description automatically generated">
            <a:extLst>
              <a:ext uri="{FF2B5EF4-FFF2-40B4-BE49-F238E27FC236}">
                <a16:creationId xmlns:a16="http://schemas.microsoft.com/office/drawing/2014/main" id="{81C2FF52-9165-5341-B078-E1A692FAF7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7628" y="6195478"/>
            <a:ext cx="2335961" cy="662522"/>
          </a:xfrm>
          <a:prstGeom prst="rect">
            <a:avLst/>
          </a:prstGeom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21A97F-6DB3-B640-986D-013B90AFD71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28577" y="1023654"/>
            <a:ext cx="3892224" cy="474613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9369755-0443-764B-A2FE-43B3B91DCA7D}"/>
              </a:ext>
            </a:extLst>
          </p:cNvPr>
          <p:cNvSpPr/>
          <p:nvPr userDrawn="1"/>
        </p:nvSpPr>
        <p:spPr>
          <a:xfrm>
            <a:off x="10624904" y="4934811"/>
            <a:ext cx="962631" cy="929347"/>
          </a:xfrm>
          <a:prstGeom prst="ellipse">
            <a:avLst/>
          </a:prstGeom>
          <a:noFill/>
          <a:ln w="34925">
            <a:solidFill>
              <a:srgbClr val="F158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7F62C8-447E-6645-929C-E318DB24D38E}"/>
              </a:ext>
            </a:extLst>
          </p:cNvPr>
          <p:cNvSpPr/>
          <p:nvPr userDrawn="1"/>
        </p:nvSpPr>
        <p:spPr>
          <a:xfrm>
            <a:off x="8295059" y="1138234"/>
            <a:ext cx="956866" cy="989119"/>
          </a:xfrm>
          <a:prstGeom prst="ellipse">
            <a:avLst/>
          </a:prstGeom>
          <a:noFill/>
          <a:ln w="34925">
            <a:solidFill>
              <a:srgbClr val="F158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9CD5D2-1CAA-3346-AEAE-1E5689BBCA09}"/>
              </a:ext>
            </a:extLst>
          </p:cNvPr>
          <p:cNvSpPr/>
          <p:nvPr userDrawn="1"/>
        </p:nvSpPr>
        <p:spPr>
          <a:xfrm>
            <a:off x="7928577" y="1051253"/>
            <a:ext cx="3892224" cy="4726691"/>
          </a:xfrm>
          <a:prstGeom prst="rect">
            <a:avLst/>
          </a:prstGeom>
          <a:noFill/>
          <a:ln w="31750">
            <a:solidFill>
              <a:srgbClr val="4238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E87B47-DC0C-0646-9335-B14B2F659C52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34EDC5E7-AB24-464C-93C1-4E1F8AF553D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5B9595-7DB1-B541-AA0A-C6E38F9948AF}"/>
              </a:ext>
            </a:extLst>
          </p:cNvPr>
          <p:cNvCxnSpPr>
            <a:cxnSpLocks/>
          </p:cNvCxnSpPr>
          <p:nvPr userDrawn="1"/>
        </p:nvCxnSpPr>
        <p:spPr>
          <a:xfrm>
            <a:off x="1998310" y="6195350"/>
            <a:ext cx="1045832" cy="868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1028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2C1EB83-0442-2545-A037-8D904C68B902}"/>
              </a:ext>
            </a:extLst>
          </p:cNvPr>
          <p:cNvGrpSpPr/>
          <p:nvPr userDrawn="1"/>
        </p:nvGrpSpPr>
        <p:grpSpPr>
          <a:xfrm>
            <a:off x="8944104" y="1184228"/>
            <a:ext cx="2616322" cy="4676930"/>
            <a:chOff x="5528280" y="1451774"/>
            <a:chExt cx="1544693" cy="295089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995561-3783-4341-9718-9254D510925F}"/>
                </a:ext>
              </a:extLst>
            </p:cNvPr>
            <p:cNvSpPr/>
            <p:nvPr/>
          </p:nvSpPr>
          <p:spPr>
            <a:xfrm>
              <a:off x="5528280" y="1451774"/>
              <a:ext cx="1197570" cy="1197570"/>
            </a:xfrm>
            <a:prstGeom prst="ellipse">
              <a:avLst/>
            </a:prstGeom>
            <a:solidFill>
              <a:srgbClr val="42386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E7D7BAD-9A51-7B45-8345-619CB1D6C231}"/>
                </a:ext>
              </a:extLst>
            </p:cNvPr>
            <p:cNvSpPr/>
            <p:nvPr/>
          </p:nvSpPr>
          <p:spPr>
            <a:xfrm>
              <a:off x="6463373" y="2204623"/>
              <a:ext cx="609600" cy="609600"/>
            </a:xfrm>
            <a:prstGeom prst="ellipse">
              <a:avLst/>
            </a:prstGeom>
            <a:solidFill>
              <a:srgbClr val="42386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87EDB5E-5260-654D-9A20-63149A3852C7}"/>
                </a:ext>
              </a:extLst>
            </p:cNvPr>
            <p:cNvSpPr/>
            <p:nvPr/>
          </p:nvSpPr>
          <p:spPr>
            <a:xfrm>
              <a:off x="5750529" y="3327904"/>
              <a:ext cx="609600" cy="609600"/>
            </a:xfrm>
            <a:prstGeom prst="ellipse">
              <a:avLst/>
            </a:prstGeom>
            <a:solidFill>
              <a:srgbClr val="42386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B7D5402-EF6C-0440-9E38-F167727735DD}"/>
                </a:ext>
              </a:extLst>
            </p:cNvPr>
            <p:cNvSpPr/>
            <p:nvPr/>
          </p:nvSpPr>
          <p:spPr>
            <a:xfrm>
              <a:off x="5834135" y="2501538"/>
              <a:ext cx="965845" cy="965845"/>
            </a:xfrm>
            <a:prstGeom prst="ellipse">
              <a:avLst/>
            </a:prstGeom>
            <a:solidFill>
              <a:srgbClr val="42386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ED1AE2-E703-7248-89B3-37A6E687EC59}"/>
                </a:ext>
              </a:extLst>
            </p:cNvPr>
            <p:cNvSpPr/>
            <p:nvPr/>
          </p:nvSpPr>
          <p:spPr>
            <a:xfrm>
              <a:off x="6275254" y="3584569"/>
              <a:ext cx="304800" cy="304800"/>
            </a:xfrm>
            <a:prstGeom prst="ellipse">
              <a:avLst/>
            </a:prstGeom>
            <a:solidFill>
              <a:srgbClr val="42386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E7C5AFB-925B-5243-9B31-72E2CE2FB4EA}"/>
                </a:ext>
              </a:extLst>
            </p:cNvPr>
            <p:cNvSpPr/>
            <p:nvPr/>
          </p:nvSpPr>
          <p:spPr>
            <a:xfrm>
              <a:off x="5902928" y="3844183"/>
              <a:ext cx="372325" cy="372325"/>
            </a:xfrm>
            <a:prstGeom prst="ellipse">
              <a:avLst/>
            </a:prstGeom>
            <a:solidFill>
              <a:srgbClr val="42386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97F94ED-A9EA-CA40-ADDF-A769C9CAA02F}"/>
                </a:ext>
              </a:extLst>
            </p:cNvPr>
            <p:cNvSpPr/>
            <p:nvPr/>
          </p:nvSpPr>
          <p:spPr>
            <a:xfrm>
              <a:off x="6089090" y="4030345"/>
              <a:ext cx="372325" cy="372325"/>
            </a:xfrm>
            <a:prstGeom prst="ellipse">
              <a:avLst/>
            </a:prstGeom>
            <a:solidFill>
              <a:srgbClr val="42386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82663E-439A-AA41-99C1-5AD77113C7BE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D6260B2F-D6A7-1841-8D59-8854787686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010A7B45-2C62-5242-B7ED-F5F419E352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969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77F83EF-9F8C-7047-A326-9ADDCCBE9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663" y="971550"/>
            <a:ext cx="11342687" cy="5383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here Verdana size 16</a:t>
            </a:r>
          </a:p>
        </p:txBody>
      </p:sp>
    </p:spTree>
    <p:extLst>
      <p:ext uri="{BB962C8B-B14F-4D97-AF65-F5344CB8AC3E}">
        <p14:creationId xmlns:p14="http://schemas.microsoft.com/office/powerpoint/2010/main" val="18121549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ra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4626E19C-D29D-174B-B5D9-3C56DF7BB7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9" y="2573078"/>
            <a:ext cx="12188825" cy="32585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8CB1BF-16F1-224F-9E9A-C8315A5BA0D5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011B76E3-92A2-3540-9A58-81118B9677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0499-1992-7549-9576-5B8A172DEE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189038"/>
            <a:ext cx="11064875" cy="11318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CC820B8-3B44-C84D-9882-DB75694AC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969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21203745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an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180A5C-C002-1945-8CF0-CD70062908A0}"/>
              </a:ext>
            </a:extLst>
          </p:cNvPr>
          <p:cNvCxnSpPr>
            <a:cxnSpLocks/>
            <a:stCxn id="12" idx="3"/>
            <a:endCxn id="9" idx="6"/>
          </p:cNvCxnSpPr>
          <p:nvPr userDrawn="1"/>
        </p:nvCxnSpPr>
        <p:spPr>
          <a:xfrm flipH="1">
            <a:off x="4124409" y="3014242"/>
            <a:ext cx="4716448" cy="211441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A47128-7776-2A49-9B8F-DD25A12FA25A}"/>
              </a:ext>
            </a:extLst>
          </p:cNvPr>
          <p:cNvCxnSpPr>
            <a:cxnSpLocks/>
            <a:stCxn id="8" idx="5"/>
            <a:endCxn id="10" idx="1"/>
          </p:cNvCxnSpPr>
          <p:nvPr userDrawn="1"/>
        </p:nvCxnSpPr>
        <p:spPr>
          <a:xfrm>
            <a:off x="4701939" y="3445827"/>
            <a:ext cx="57500" cy="285405"/>
          </a:xfrm>
          <a:prstGeom prst="line">
            <a:avLst/>
          </a:prstGeom>
          <a:ln w="127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1607A8C-5146-3140-83B3-08677ADCA855}"/>
              </a:ext>
            </a:extLst>
          </p:cNvPr>
          <p:cNvSpPr/>
          <p:nvPr userDrawn="1"/>
        </p:nvSpPr>
        <p:spPr>
          <a:xfrm>
            <a:off x="3226429" y="1967876"/>
            <a:ext cx="1728666" cy="1731529"/>
          </a:xfrm>
          <a:prstGeom prst="ellipse">
            <a:avLst/>
          </a:prstGeom>
          <a:solidFill>
            <a:srgbClr val="423862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9DFDFE-334F-B947-964D-30D19629BD4B}"/>
              </a:ext>
            </a:extLst>
          </p:cNvPr>
          <p:cNvSpPr/>
          <p:nvPr userDrawn="1"/>
        </p:nvSpPr>
        <p:spPr>
          <a:xfrm>
            <a:off x="2396193" y="4262897"/>
            <a:ext cx="1728216" cy="1731529"/>
          </a:xfrm>
          <a:prstGeom prst="ellipse">
            <a:avLst/>
          </a:prstGeom>
          <a:solidFill>
            <a:srgbClr val="85849A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2B1243-36FC-024C-8ED7-63F879364DA4}"/>
              </a:ext>
            </a:extLst>
          </p:cNvPr>
          <p:cNvSpPr/>
          <p:nvPr userDrawn="1"/>
        </p:nvSpPr>
        <p:spPr>
          <a:xfrm>
            <a:off x="4506348" y="3477656"/>
            <a:ext cx="1728216" cy="1731529"/>
          </a:xfrm>
          <a:prstGeom prst="ellipse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B24CE5-6591-BF41-ABB5-EF69EDE70636}"/>
              </a:ext>
            </a:extLst>
          </p:cNvPr>
          <p:cNvSpPr/>
          <p:nvPr userDrawn="1"/>
        </p:nvSpPr>
        <p:spPr>
          <a:xfrm>
            <a:off x="6725890" y="2610375"/>
            <a:ext cx="1728216" cy="1731529"/>
          </a:xfrm>
          <a:prstGeom prst="ellipse">
            <a:avLst/>
          </a:prstGeom>
          <a:solidFill>
            <a:srgbClr val="EEA73C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A26D7F-5A01-E448-A2ED-357D57438F07}"/>
              </a:ext>
            </a:extLst>
          </p:cNvPr>
          <p:cNvSpPr/>
          <p:nvPr userDrawn="1"/>
        </p:nvSpPr>
        <p:spPr>
          <a:xfrm>
            <a:off x="8587766" y="1536290"/>
            <a:ext cx="1728216" cy="1731529"/>
          </a:xfrm>
          <a:prstGeom prst="ellipse">
            <a:avLst/>
          </a:prstGeom>
          <a:solidFill>
            <a:schemeClr val="accent4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2D139AD-3D99-F64E-A9EA-E2EF8BD2F9E6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C4B0BDEA-B5BC-A84E-9907-AFDD05E5AC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ED25145-73A5-CD47-BA95-2D4E4E16B0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969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A020618-6BC8-1349-858E-1244187172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818" y="1030348"/>
            <a:ext cx="3194050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icons from slide 3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FBE69F1-2C39-1E49-AC59-0EF9751C2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19840" y="2416989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809D92E-BF19-CF41-AD02-BEA554695C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5279" y="4478395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8B388FB-6A84-8044-A6BF-5DAFE7925B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9281" y="5606520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2F98CFF-029B-4148-BB07-A72E0297C6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7792" y="5409588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510996A-EBE2-C548-8197-17CC6D4C0F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93752" y="2595933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</p:spTree>
    <p:extLst>
      <p:ext uri="{BB962C8B-B14F-4D97-AF65-F5344CB8AC3E}">
        <p14:creationId xmlns:p14="http://schemas.microsoft.com/office/powerpoint/2010/main" val="242890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3F1149-2546-C54B-80BE-919E9BB6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419" y="6356351"/>
            <a:ext cx="2742327" cy="365125"/>
          </a:xfrm>
          <a:prstGeom prst="rect">
            <a:avLst/>
          </a:prstGeom>
        </p:spPr>
        <p:txBody>
          <a:bodyPr/>
          <a:lstStyle/>
          <a:p>
            <a:fld id="{A7FF409D-2830-704B-9E4D-C625A4EC0762}" type="datetimeFigureOut">
              <a:rPr lang="en-US" smtClean="0"/>
              <a:t>10/22/2020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C3DCF-4162-4B4D-BA3F-1D401189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065" y="6356351"/>
            <a:ext cx="411587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CA6B3-188A-554A-BA23-4100A2EE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1256" y="6356351"/>
            <a:ext cx="2742326" cy="365125"/>
          </a:xfrm>
          <a:prstGeom prst="rect">
            <a:avLst/>
          </a:prstGeom>
        </p:spPr>
        <p:txBody>
          <a:bodyPr/>
          <a:lstStyle/>
          <a:p>
            <a:fld id="{83989A8A-88C1-6E46-B4BB-EF437D722AF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5D6878-2365-A34D-9B2C-DAEA4E6F79C2}"/>
              </a:ext>
            </a:extLst>
          </p:cNvPr>
          <p:cNvSpPr/>
          <p:nvPr userDrawn="1"/>
        </p:nvSpPr>
        <p:spPr>
          <a:xfrm>
            <a:off x="9664334" y="2213805"/>
            <a:ext cx="2182807" cy="2182239"/>
          </a:xfrm>
          <a:prstGeom prst="ellipse">
            <a:avLst/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5E7A8F-681D-504F-A1CD-5BED1623DA6D}"/>
              </a:ext>
            </a:extLst>
          </p:cNvPr>
          <p:cNvSpPr/>
          <p:nvPr userDrawn="1"/>
        </p:nvSpPr>
        <p:spPr>
          <a:xfrm>
            <a:off x="6784452" y="1326130"/>
            <a:ext cx="3312266" cy="33114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7AA915-3D89-8140-A331-345F70A91F52}"/>
              </a:ext>
            </a:extLst>
          </p:cNvPr>
          <p:cNvSpPr/>
          <p:nvPr userDrawn="1"/>
        </p:nvSpPr>
        <p:spPr>
          <a:xfrm>
            <a:off x="8054350" y="3277253"/>
            <a:ext cx="2763856" cy="27631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ECB7C6-0BC8-184E-858E-A62D21260383}"/>
              </a:ext>
            </a:extLst>
          </p:cNvPr>
          <p:cNvSpPr/>
          <p:nvPr userDrawn="1"/>
        </p:nvSpPr>
        <p:spPr>
          <a:xfrm>
            <a:off x="9724594" y="2274049"/>
            <a:ext cx="2062288" cy="2061751"/>
          </a:xfrm>
          <a:prstGeom prst="ellipse">
            <a:avLst/>
          </a:prstGeom>
          <a:noFill/>
          <a:ln w="12700">
            <a:solidFill>
              <a:srgbClr val="EEA73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57AD34-F0B6-7A46-82B2-B9AF0F2D3848}"/>
              </a:ext>
            </a:extLst>
          </p:cNvPr>
          <p:cNvSpPr/>
          <p:nvPr userDrawn="1"/>
        </p:nvSpPr>
        <p:spPr>
          <a:xfrm>
            <a:off x="6875892" y="1417546"/>
            <a:ext cx="3129386" cy="3128571"/>
          </a:xfrm>
          <a:prstGeom prst="ellipse">
            <a:avLst/>
          </a:prstGeom>
          <a:noFill/>
          <a:ln w="12700">
            <a:solidFill>
              <a:srgbClr val="EEA73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6CDD04-B810-1243-9714-88BEF6D8E4FF}"/>
              </a:ext>
            </a:extLst>
          </p:cNvPr>
          <p:cNvSpPr/>
          <p:nvPr userDrawn="1"/>
        </p:nvSpPr>
        <p:spPr>
          <a:xfrm>
            <a:off x="8130651" y="3353534"/>
            <a:ext cx="2611255" cy="2610575"/>
          </a:xfrm>
          <a:prstGeom prst="ellipse">
            <a:avLst/>
          </a:prstGeom>
          <a:noFill/>
          <a:ln w="12700">
            <a:solidFill>
              <a:srgbClr val="EEA73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6B9210-742C-1249-AF4B-A833A0468D6F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BCA8D854-3BC2-5E4F-BB21-62727F10C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BD897794-525D-2441-BD39-18F3B3BF9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2969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BB43FE9-2D16-664A-8586-4176091FCE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663" y="971550"/>
            <a:ext cx="11342687" cy="5383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text here Verdana size 16</a:t>
            </a:r>
          </a:p>
        </p:txBody>
      </p:sp>
    </p:spTree>
    <p:extLst>
      <p:ext uri="{BB962C8B-B14F-4D97-AF65-F5344CB8AC3E}">
        <p14:creationId xmlns:p14="http://schemas.microsoft.com/office/powerpoint/2010/main" val="32758231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around small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BB5C4EC-4B7D-B142-A869-A23DDC731461}"/>
              </a:ext>
            </a:extLst>
          </p:cNvPr>
          <p:cNvGraphicFramePr/>
          <p:nvPr userDrawn="1"/>
        </p:nvGraphicFramePr>
        <p:xfrm>
          <a:off x="-358686" y="1116171"/>
          <a:ext cx="7268306" cy="5098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C91E11-A168-8C47-A5A4-A1681D4D5EEA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19CA18DF-58A5-2043-BDE9-9CA9682A940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04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and circl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F8BDA7-FFB4-3C4A-BDA8-BB713E8D72A1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33DC4BF7-70C3-B440-8618-A755FAB26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672DC79-5A41-B842-A366-F8ECD9A9B560}"/>
              </a:ext>
            </a:extLst>
          </p:cNvPr>
          <p:cNvGrpSpPr/>
          <p:nvPr userDrawn="1"/>
        </p:nvGrpSpPr>
        <p:grpSpPr>
          <a:xfrm>
            <a:off x="4380260" y="1718470"/>
            <a:ext cx="3431481" cy="3421063"/>
            <a:chOff x="4464051" y="1716088"/>
            <a:chExt cx="3430587" cy="342106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DD9889A-E8E9-4341-9ABB-69E4BFB7A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1716088"/>
              <a:ext cx="1674812" cy="1701800"/>
            </a:xfrm>
            <a:custGeom>
              <a:avLst/>
              <a:gdLst>
                <a:gd name="T0" fmla="*/ 373 w 373"/>
                <a:gd name="T1" fmla="*/ 97 h 380"/>
                <a:gd name="T2" fmla="*/ 373 w 373"/>
                <a:gd name="T3" fmla="*/ 0 h 380"/>
                <a:gd name="T4" fmla="*/ 0 w 373"/>
                <a:gd name="T5" fmla="*/ 380 h 380"/>
                <a:gd name="T6" fmla="*/ 97 w 373"/>
                <a:gd name="T7" fmla="*/ 380 h 380"/>
                <a:gd name="T8" fmla="*/ 373 w 373"/>
                <a:gd name="T9" fmla="*/ 97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3" h="380">
                  <a:moveTo>
                    <a:pt x="373" y="97"/>
                  </a:moveTo>
                  <a:cubicBezTo>
                    <a:pt x="373" y="0"/>
                    <a:pt x="373" y="0"/>
                    <a:pt x="373" y="0"/>
                  </a:cubicBezTo>
                  <a:cubicBezTo>
                    <a:pt x="167" y="5"/>
                    <a:pt x="1" y="173"/>
                    <a:pt x="0" y="380"/>
                  </a:cubicBezTo>
                  <a:cubicBezTo>
                    <a:pt x="97" y="380"/>
                    <a:pt x="97" y="380"/>
                    <a:pt x="97" y="380"/>
                  </a:cubicBezTo>
                  <a:cubicBezTo>
                    <a:pt x="98" y="227"/>
                    <a:pt x="220" y="102"/>
                    <a:pt x="373" y="97"/>
                  </a:cubicBezTo>
                  <a:close/>
                </a:path>
              </a:pathLst>
            </a:custGeom>
            <a:solidFill>
              <a:srgbClr val="56556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7EDD2A8-7487-FE44-91DB-AA4A65BFC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471863"/>
              <a:ext cx="1701800" cy="1665288"/>
            </a:xfrm>
            <a:custGeom>
              <a:avLst/>
              <a:gdLst>
                <a:gd name="T0" fmla="*/ 0 w 379"/>
                <a:gd name="T1" fmla="*/ 275 h 372"/>
                <a:gd name="T2" fmla="*/ 0 w 379"/>
                <a:gd name="T3" fmla="*/ 372 h 372"/>
                <a:gd name="T4" fmla="*/ 379 w 379"/>
                <a:gd name="T5" fmla="*/ 0 h 372"/>
                <a:gd name="T6" fmla="*/ 281 w 379"/>
                <a:gd name="T7" fmla="*/ 0 h 372"/>
                <a:gd name="T8" fmla="*/ 0 w 379"/>
                <a:gd name="T9" fmla="*/ 275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2">
                  <a:moveTo>
                    <a:pt x="0" y="275"/>
                  </a:moveTo>
                  <a:cubicBezTo>
                    <a:pt x="0" y="372"/>
                    <a:pt x="0" y="372"/>
                    <a:pt x="0" y="372"/>
                  </a:cubicBezTo>
                  <a:cubicBezTo>
                    <a:pt x="206" y="370"/>
                    <a:pt x="373" y="205"/>
                    <a:pt x="379" y="0"/>
                  </a:cubicBezTo>
                  <a:cubicBezTo>
                    <a:pt x="281" y="0"/>
                    <a:pt x="281" y="0"/>
                    <a:pt x="281" y="0"/>
                  </a:cubicBezTo>
                  <a:cubicBezTo>
                    <a:pt x="276" y="152"/>
                    <a:pt x="152" y="273"/>
                    <a:pt x="0" y="275"/>
                  </a:cubicBezTo>
                  <a:close/>
                </a:path>
              </a:pathLst>
            </a:custGeom>
            <a:solidFill>
              <a:srgbClr val="42386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5BD29601-A40D-7143-A901-D625316A8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1" y="3471863"/>
              <a:ext cx="1674812" cy="1665288"/>
            </a:xfrm>
            <a:custGeom>
              <a:avLst/>
              <a:gdLst>
                <a:gd name="T0" fmla="*/ 97 w 373"/>
                <a:gd name="T1" fmla="*/ 0 h 372"/>
                <a:gd name="T2" fmla="*/ 0 w 373"/>
                <a:gd name="T3" fmla="*/ 0 h 372"/>
                <a:gd name="T4" fmla="*/ 373 w 373"/>
                <a:gd name="T5" fmla="*/ 372 h 372"/>
                <a:gd name="T6" fmla="*/ 373 w 373"/>
                <a:gd name="T7" fmla="*/ 275 h 372"/>
                <a:gd name="T8" fmla="*/ 97 w 373"/>
                <a:gd name="T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3" h="372">
                  <a:moveTo>
                    <a:pt x="9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203"/>
                    <a:pt x="169" y="367"/>
                    <a:pt x="373" y="372"/>
                  </a:cubicBezTo>
                  <a:cubicBezTo>
                    <a:pt x="373" y="275"/>
                    <a:pt x="373" y="275"/>
                    <a:pt x="373" y="275"/>
                  </a:cubicBezTo>
                  <a:cubicBezTo>
                    <a:pt x="223" y="270"/>
                    <a:pt x="102" y="150"/>
                    <a:pt x="97" y="0"/>
                  </a:cubicBezTo>
                  <a:close/>
                </a:path>
              </a:pathLst>
            </a:custGeom>
            <a:solidFill>
              <a:srgbClr val="EEA73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BF77C336-A21F-8440-B688-15517A265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1716088"/>
              <a:ext cx="1701800" cy="1701800"/>
            </a:xfrm>
            <a:custGeom>
              <a:avLst/>
              <a:gdLst>
                <a:gd name="T0" fmla="*/ 281 w 379"/>
                <a:gd name="T1" fmla="*/ 380 h 380"/>
                <a:gd name="T2" fmla="*/ 379 w 379"/>
                <a:gd name="T3" fmla="*/ 380 h 380"/>
                <a:gd name="T4" fmla="*/ 0 w 379"/>
                <a:gd name="T5" fmla="*/ 0 h 380"/>
                <a:gd name="T6" fmla="*/ 0 w 379"/>
                <a:gd name="T7" fmla="*/ 97 h 380"/>
                <a:gd name="T8" fmla="*/ 281 w 379"/>
                <a:gd name="T9" fmla="*/ 38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80">
                  <a:moveTo>
                    <a:pt x="281" y="380"/>
                  </a:moveTo>
                  <a:cubicBezTo>
                    <a:pt x="379" y="380"/>
                    <a:pt x="379" y="380"/>
                    <a:pt x="379" y="380"/>
                  </a:cubicBezTo>
                  <a:cubicBezTo>
                    <a:pt x="378" y="171"/>
                    <a:pt x="209" y="2"/>
                    <a:pt x="0" y="0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55" y="99"/>
                    <a:pt x="280" y="225"/>
                    <a:pt x="281" y="380"/>
                  </a:cubicBezTo>
                  <a:close/>
                </a:path>
              </a:pathLst>
            </a:custGeom>
            <a:solidFill>
              <a:srgbClr val="85849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423862"/>
                </a:solidFill>
              </a:endParaRPr>
            </a:p>
          </p:txBody>
        </p:sp>
      </p:grp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546C357-7B16-DD40-B3EE-82EAE01B6E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D9575B5-F8E8-C540-9A18-7F2EA2108B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8178" y="2095017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445B7C2-05B8-0241-B2A8-DDC39FE98F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8310" y="1992773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20E762C-F1CC-7D43-94BE-14E1E82E5D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8532" y="3867872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2D8C1DF-9737-6A4D-AFD1-5BCF161D4B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77206" y="3786850"/>
            <a:ext cx="1945169" cy="891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974EC49-B8BA-0B4D-B52D-DC6CB4FBFC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2818" y="1030348"/>
            <a:ext cx="3194050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icons from slide 3</a:t>
            </a:r>
          </a:p>
        </p:txBody>
      </p:sp>
    </p:spTree>
    <p:extLst>
      <p:ext uri="{BB962C8B-B14F-4D97-AF65-F5344CB8AC3E}">
        <p14:creationId xmlns:p14="http://schemas.microsoft.com/office/powerpoint/2010/main" val="4050088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onsive Device Mock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9F6AA770-A389-4F7B-8622-0094FECC2F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153" y="2223300"/>
            <a:ext cx="4813938" cy="2855526"/>
          </a:xfrm>
          <a:prstGeom prst="rect">
            <a:avLst/>
          </a:prstGeom>
        </p:spPr>
      </p:pic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4F7C834-C061-4565-9DCD-4047790902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3120" y="2451538"/>
            <a:ext cx="3666438" cy="2226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AA5A39-1949-4685-AE11-AF48FA8B52C1}"/>
              </a:ext>
            </a:extLst>
          </p:cNvPr>
          <p:cNvSpPr/>
          <p:nvPr userDrawn="1"/>
        </p:nvSpPr>
        <p:spPr>
          <a:xfrm>
            <a:off x="709785" y="3219760"/>
            <a:ext cx="879676" cy="1849650"/>
          </a:xfrm>
          <a:prstGeom prst="roundRect">
            <a:avLst>
              <a:gd name="adj" fmla="val 117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ABE9EF-F5A9-42A0-8811-806E127750FC}"/>
              </a:ext>
            </a:extLst>
          </p:cNvPr>
          <p:cNvGrpSpPr/>
          <p:nvPr userDrawn="1"/>
        </p:nvGrpSpPr>
        <p:grpSpPr>
          <a:xfrm>
            <a:off x="695723" y="3212976"/>
            <a:ext cx="903047" cy="1865850"/>
            <a:chOff x="8119010" y="985720"/>
            <a:chExt cx="2323816" cy="4802652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492BE83-FF7F-4D92-9E72-89ACC87CA9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9010" y="985720"/>
              <a:ext cx="2323816" cy="4802652"/>
            </a:xfrm>
            <a:custGeom>
              <a:avLst/>
              <a:gdLst>
                <a:gd name="T0" fmla="*/ 1901 w 2166"/>
                <a:gd name="T1" fmla="*/ 4492 h 4492"/>
                <a:gd name="T2" fmla="*/ 265 w 2166"/>
                <a:gd name="T3" fmla="*/ 4492 h 4492"/>
                <a:gd name="T4" fmla="*/ 0 w 2166"/>
                <a:gd name="T5" fmla="*/ 4226 h 4492"/>
                <a:gd name="T6" fmla="*/ 0 w 2166"/>
                <a:gd name="T7" fmla="*/ 266 h 4492"/>
                <a:gd name="T8" fmla="*/ 265 w 2166"/>
                <a:gd name="T9" fmla="*/ 0 h 4492"/>
                <a:gd name="T10" fmla="*/ 1901 w 2166"/>
                <a:gd name="T11" fmla="*/ 0 h 4492"/>
                <a:gd name="T12" fmla="*/ 2166 w 2166"/>
                <a:gd name="T13" fmla="*/ 266 h 4492"/>
                <a:gd name="T14" fmla="*/ 2166 w 2166"/>
                <a:gd name="T15" fmla="*/ 4226 h 4492"/>
                <a:gd name="T16" fmla="*/ 1901 w 2166"/>
                <a:gd name="T17" fmla="*/ 4492 h 4492"/>
                <a:gd name="T18" fmla="*/ 265 w 2166"/>
                <a:gd name="T19" fmla="*/ 32 h 4492"/>
                <a:gd name="T20" fmla="*/ 32 w 2166"/>
                <a:gd name="T21" fmla="*/ 266 h 4492"/>
                <a:gd name="T22" fmla="*/ 32 w 2166"/>
                <a:gd name="T23" fmla="*/ 4226 h 4492"/>
                <a:gd name="T24" fmla="*/ 265 w 2166"/>
                <a:gd name="T25" fmla="*/ 4460 h 4492"/>
                <a:gd name="T26" fmla="*/ 1901 w 2166"/>
                <a:gd name="T27" fmla="*/ 4460 h 4492"/>
                <a:gd name="T28" fmla="*/ 2134 w 2166"/>
                <a:gd name="T29" fmla="*/ 4226 h 4492"/>
                <a:gd name="T30" fmla="*/ 2134 w 2166"/>
                <a:gd name="T31" fmla="*/ 266 h 4492"/>
                <a:gd name="T32" fmla="*/ 1901 w 2166"/>
                <a:gd name="T33" fmla="*/ 32 h 4492"/>
                <a:gd name="T34" fmla="*/ 265 w 2166"/>
                <a:gd name="T35" fmla="*/ 32 h 4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66" h="4492">
                  <a:moveTo>
                    <a:pt x="1901" y="4492"/>
                  </a:moveTo>
                  <a:cubicBezTo>
                    <a:pt x="265" y="4492"/>
                    <a:pt x="265" y="4492"/>
                    <a:pt x="265" y="4492"/>
                  </a:cubicBezTo>
                  <a:cubicBezTo>
                    <a:pt x="119" y="4492"/>
                    <a:pt x="0" y="4373"/>
                    <a:pt x="0" y="422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119"/>
                    <a:pt x="119" y="0"/>
                    <a:pt x="265" y="0"/>
                  </a:cubicBezTo>
                  <a:cubicBezTo>
                    <a:pt x="1901" y="0"/>
                    <a:pt x="1901" y="0"/>
                    <a:pt x="1901" y="0"/>
                  </a:cubicBezTo>
                  <a:cubicBezTo>
                    <a:pt x="2047" y="0"/>
                    <a:pt x="2166" y="119"/>
                    <a:pt x="2166" y="266"/>
                  </a:cubicBezTo>
                  <a:cubicBezTo>
                    <a:pt x="2166" y="4226"/>
                    <a:pt x="2166" y="4226"/>
                    <a:pt x="2166" y="4226"/>
                  </a:cubicBezTo>
                  <a:cubicBezTo>
                    <a:pt x="2166" y="4373"/>
                    <a:pt x="2047" y="4492"/>
                    <a:pt x="1901" y="4492"/>
                  </a:cubicBezTo>
                  <a:close/>
                  <a:moveTo>
                    <a:pt x="265" y="32"/>
                  </a:moveTo>
                  <a:cubicBezTo>
                    <a:pt x="136" y="32"/>
                    <a:pt x="32" y="137"/>
                    <a:pt x="32" y="266"/>
                  </a:cubicBezTo>
                  <a:cubicBezTo>
                    <a:pt x="32" y="4226"/>
                    <a:pt x="32" y="4226"/>
                    <a:pt x="32" y="4226"/>
                  </a:cubicBezTo>
                  <a:cubicBezTo>
                    <a:pt x="32" y="4355"/>
                    <a:pt x="136" y="4460"/>
                    <a:pt x="265" y="4460"/>
                  </a:cubicBezTo>
                  <a:cubicBezTo>
                    <a:pt x="1901" y="4460"/>
                    <a:pt x="1901" y="4460"/>
                    <a:pt x="1901" y="4460"/>
                  </a:cubicBezTo>
                  <a:cubicBezTo>
                    <a:pt x="2030" y="4460"/>
                    <a:pt x="2134" y="4355"/>
                    <a:pt x="2134" y="4226"/>
                  </a:cubicBezTo>
                  <a:cubicBezTo>
                    <a:pt x="2134" y="266"/>
                    <a:pt x="2134" y="266"/>
                    <a:pt x="2134" y="266"/>
                  </a:cubicBezTo>
                  <a:cubicBezTo>
                    <a:pt x="2134" y="137"/>
                    <a:pt x="2030" y="32"/>
                    <a:pt x="1901" y="32"/>
                  </a:cubicBezTo>
                  <a:lnTo>
                    <a:pt x="265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D6BA0EA-FB70-4ACD-9515-3CECCA0444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42398" y="1556786"/>
              <a:ext cx="2077039" cy="3659728"/>
            </a:xfrm>
            <a:custGeom>
              <a:avLst/>
              <a:gdLst>
                <a:gd name="T0" fmla="*/ 1920 w 1936"/>
                <a:gd name="T1" fmla="*/ 3423 h 3423"/>
                <a:gd name="T2" fmla="*/ 16 w 1936"/>
                <a:gd name="T3" fmla="*/ 3423 h 3423"/>
                <a:gd name="T4" fmla="*/ 0 w 1936"/>
                <a:gd name="T5" fmla="*/ 3407 h 3423"/>
                <a:gd name="T6" fmla="*/ 0 w 1936"/>
                <a:gd name="T7" fmla="*/ 16 h 3423"/>
                <a:gd name="T8" fmla="*/ 16 w 1936"/>
                <a:gd name="T9" fmla="*/ 0 h 3423"/>
                <a:gd name="T10" fmla="*/ 1920 w 1936"/>
                <a:gd name="T11" fmla="*/ 0 h 3423"/>
                <a:gd name="T12" fmla="*/ 1936 w 1936"/>
                <a:gd name="T13" fmla="*/ 16 h 3423"/>
                <a:gd name="T14" fmla="*/ 1936 w 1936"/>
                <a:gd name="T15" fmla="*/ 3407 h 3423"/>
                <a:gd name="T16" fmla="*/ 1920 w 1936"/>
                <a:gd name="T17" fmla="*/ 3423 h 3423"/>
                <a:gd name="T18" fmla="*/ 32 w 1936"/>
                <a:gd name="T19" fmla="*/ 3391 h 3423"/>
                <a:gd name="T20" fmla="*/ 1904 w 1936"/>
                <a:gd name="T21" fmla="*/ 3391 h 3423"/>
                <a:gd name="T22" fmla="*/ 1904 w 1936"/>
                <a:gd name="T23" fmla="*/ 32 h 3423"/>
                <a:gd name="T24" fmla="*/ 32 w 1936"/>
                <a:gd name="T25" fmla="*/ 32 h 3423"/>
                <a:gd name="T26" fmla="*/ 32 w 1936"/>
                <a:gd name="T27" fmla="*/ 3391 h 3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36" h="3423">
                  <a:moveTo>
                    <a:pt x="1920" y="3423"/>
                  </a:moveTo>
                  <a:cubicBezTo>
                    <a:pt x="16" y="3423"/>
                    <a:pt x="16" y="3423"/>
                    <a:pt x="16" y="3423"/>
                  </a:cubicBezTo>
                  <a:cubicBezTo>
                    <a:pt x="7" y="3423"/>
                    <a:pt x="0" y="3416"/>
                    <a:pt x="0" y="340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920" y="0"/>
                    <a:pt x="1920" y="0"/>
                    <a:pt x="1920" y="0"/>
                  </a:cubicBezTo>
                  <a:cubicBezTo>
                    <a:pt x="1929" y="0"/>
                    <a:pt x="1936" y="7"/>
                    <a:pt x="1936" y="16"/>
                  </a:cubicBezTo>
                  <a:cubicBezTo>
                    <a:pt x="1936" y="3407"/>
                    <a:pt x="1936" y="3407"/>
                    <a:pt x="1936" y="3407"/>
                  </a:cubicBezTo>
                  <a:cubicBezTo>
                    <a:pt x="1936" y="3416"/>
                    <a:pt x="1929" y="3423"/>
                    <a:pt x="1920" y="3423"/>
                  </a:cubicBezTo>
                  <a:close/>
                  <a:moveTo>
                    <a:pt x="32" y="3391"/>
                  </a:moveTo>
                  <a:cubicBezTo>
                    <a:pt x="1904" y="3391"/>
                    <a:pt x="1904" y="3391"/>
                    <a:pt x="1904" y="3391"/>
                  </a:cubicBezTo>
                  <a:cubicBezTo>
                    <a:pt x="1904" y="32"/>
                    <a:pt x="1904" y="32"/>
                    <a:pt x="1904" y="32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33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ED5AEA57-83DA-4E77-8C32-CDA59D014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30977" y="1219841"/>
              <a:ext cx="499881" cy="121016"/>
            </a:xfrm>
            <a:custGeom>
              <a:avLst/>
              <a:gdLst>
                <a:gd name="T0" fmla="*/ 410 w 466"/>
                <a:gd name="T1" fmla="*/ 113 h 113"/>
                <a:gd name="T2" fmla="*/ 56 w 466"/>
                <a:gd name="T3" fmla="*/ 113 h 113"/>
                <a:gd name="T4" fmla="*/ 0 w 466"/>
                <a:gd name="T5" fmla="*/ 57 h 113"/>
                <a:gd name="T6" fmla="*/ 0 w 466"/>
                <a:gd name="T7" fmla="*/ 56 h 113"/>
                <a:gd name="T8" fmla="*/ 56 w 466"/>
                <a:gd name="T9" fmla="*/ 0 h 113"/>
                <a:gd name="T10" fmla="*/ 410 w 466"/>
                <a:gd name="T11" fmla="*/ 0 h 113"/>
                <a:gd name="T12" fmla="*/ 466 w 466"/>
                <a:gd name="T13" fmla="*/ 56 h 113"/>
                <a:gd name="T14" fmla="*/ 466 w 466"/>
                <a:gd name="T15" fmla="*/ 57 h 113"/>
                <a:gd name="T16" fmla="*/ 410 w 466"/>
                <a:gd name="T17" fmla="*/ 113 h 113"/>
                <a:gd name="T18" fmla="*/ 56 w 466"/>
                <a:gd name="T19" fmla="*/ 32 h 113"/>
                <a:gd name="T20" fmla="*/ 32 w 466"/>
                <a:gd name="T21" fmla="*/ 56 h 113"/>
                <a:gd name="T22" fmla="*/ 32 w 466"/>
                <a:gd name="T23" fmla="*/ 57 h 113"/>
                <a:gd name="T24" fmla="*/ 56 w 466"/>
                <a:gd name="T25" fmla="*/ 81 h 113"/>
                <a:gd name="T26" fmla="*/ 410 w 466"/>
                <a:gd name="T27" fmla="*/ 81 h 113"/>
                <a:gd name="T28" fmla="*/ 434 w 466"/>
                <a:gd name="T29" fmla="*/ 57 h 113"/>
                <a:gd name="T30" fmla="*/ 434 w 466"/>
                <a:gd name="T31" fmla="*/ 56 h 113"/>
                <a:gd name="T32" fmla="*/ 410 w 466"/>
                <a:gd name="T33" fmla="*/ 32 h 113"/>
                <a:gd name="T34" fmla="*/ 56 w 466"/>
                <a:gd name="T35" fmla="*/ 3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6" h="113">
                  <a:moveTo>
                    <a:pt x="410" y="113"/>
                  </a:moveTo>
                  <a:cubicBezTo>
                    <a:pt x="56" y="113"/>
                    <a:pt x="56" y="113"/>
                    <a:pt x="56" y="113"/>
                  </a:cubicBezTo>
                  <a:cubicBezTo>
                    <a:pt x="25" y="113"/>
                    <a:pt x="0" y="88"/>
                    <a:pt x="0" y="5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41" y="0"/>
                    <a:pt x="466" y="25"/>
                    <a:pt x="466" y="56"/>
                  </a:cubicBezTo>
                  <a:cubicBezTo>
                    <a:pt x="466" y="57"/>
                    <a:pt x="466" y="57"/>
                    <a:pt x="466" y="57"/>
                  </a:cubicBezTo>
                  <a:cubicBezTo>
                    <a:pt x="466" y="88"/>
                    <a:pt x="441" y="113"/>
                    <a:pt x="410" y="113"/>
                  </a:cubicBezTo>
                  <a:close/>
                  <a:moveTo>
                    <a:pt x="56" y="32"/>
                  </a:moveTo>
                  <a:cubicBezTo>
                    <a:pt x="43" y="32"/>
                    <a:pt x="32" y="43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70"/>
                    <a:pt x="43" y="81"/>
                    <a:pt x="56" y="81"/>
                  </a:cubicBezTo>
                  <a:cubicBezTo>
                    <a:pt x="410" y="81"/>
                    <a:pt x="410" y="81"/>
                    <a:pt x="410" y="81"/>
                  </a:cubicBezTo>
                  <a:cubicBezTo>
                    <a:pt x="423" y="81"/>
                    <a:pt x="434" y="70"/>
                    <a:pt x="434" y="57"/>
                  </a:cubicBezTo>
                  <a:cubicBezTo>
                    <a:pt x="434" y="56"/>
                    <a:pt x="434" y="56"/>
                    <a:pt x="434" y="56"/>
                  </a:cubicBezTo>
                  <a:cubicBezTo>
                    <a:pt x="434" y="43"/>
                    <a:pt x="423" y="32"/>
                    <a:pt x="410" y="32"/>
                  </a:cubicBezTo>
                  <a:lnTo>
                    <a:pt x="5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0621DF8F-BF5D-45B1-BAE9-A9851FFA8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27023" y="5308265"/>
              <a:ext cx="508582" cy="336154"/>
            </a:xfrm>
            <a:custGeom>
              <a:avLst/>
              <a:gdLst>
                <a:gd name="T0" fmla="*/ 399 w 474"/>
                <a:gd name="T1" fmla="*/ 314 h 314"/>
                <a:gd name="T2" fmla="*/ 75 w 474"/>
                <a:gd name="T3" fmla="*/ 314 h 314"/>
                <a:gd name="T4" fmla="*/ 0 w 474"/>
                <a:gd name="T5" fmla="*/ 240 h 314"/>
                <a:gd name="T6" fmla="*/ 0 w 474"/>
                <a:gd name="T7" fmla="*/ 74 h 314"/>
                <a:gd name="T8" fmla="*/ 75 w 474"/>
                <a:gd name="T9" fmla="*/ 0 h 314"/>
                <a:gd name="T10" fmla="*/ 399 w 474"/>
                <a:gd name="T11" fmla="*/ 0 h 314"/>
                <a:gd name="T12" fmla="*/ 474 w 474"/>
                <a:gd name="T13" fmla="*/ 74 h 314"/>
                <a:gd name="T14" fmla="*/ 474 w 474"/>
                <a:gd name="T15" fmla="*/ 240 h 314"/>
                <a:gd name="T16" fmla="*/ 399 w 474"/>
                <a:gd name="T17" fmla="*/ 314 h 314"/>
                <a:gd name="T18" fmla="*/ 75 w 474"/>
                <a:gd name="T19" fmla="*/ 24 h 314"/>
                <a:gd name="T20" fmla="*/ 25 w 474"/>
                <a:gd name="T21" fmla="*/ 74 h 314"/>
                <a:gd name="T22" fmla="*/ 25 w 474"/>
                <a:gd name="T23" fmla="*/ 240 h 314"/>
                <a:gd name="T24" fmla="*/ 75 w 474"/>
                <a:gd name="T25" fmla="*/ 290 h 314"/>
                <a:gd name="T26" fmla="*/ 399 w 474"/>
                <a:gd name="T27" fmla="*/ 290 h 314"/>
                <a:gd name="T28" fmla="*/ 449 w 474"/>
                <a:gd name="T29" fmla="*/ 240 h 314"/>
                <a:gd name="T30" fmla="*/ 449 w 474"/>
                <a:gd name="T31" fmla="*/ 74 h 314"/>
                <a:gd name="T32" fmla="*/ 399 w 474"/>
                <a:gd name="T33" fmla="*/ 24 h 314"/>
                <a:gd name="T34" fmla="*/ 75 w 474"/>
                <a:gd name="T35" fmla="*/ 2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4" h="314">
                  <a:moveTo>
                    <a:pt x="399" y="314"/>
                  </a:moveTo>
                  <a:cubicBezTo>
                    <a:pt x="75" y="314"/>
                    <a:pt x="75" y="314"/>
                    <a:pt x="75" y="314"/>
                  </a:cubicBezTo>
                  <a:cubicBezTo>
                    <a:pt x="34" y="314"/>
                    <a:pt x="0" y="281"/>
                    <a:pt x="0" y="24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33"/>
                    <a:pt x="34" y="0"/>
                    <a:pt x="75" y="0"/>
                  </a:cubicBezTo>
                  <a:cubicBezTo>
                    <a:pt x="399" y="0"/>
                    <a:pt x="399" y="0"/>
                    <a:pt x="399" y="0"/>
                  </a:cubicBezTo>
                  <a:cubicBezTo>
                    <a:pt x="440" y="0"/>
                    <a:pt x="474" y="33"/>
                    <a:pt x="474" y="74"/>
                  </a:cubicBezTo>
                  <a:cubicBezTo>
                    <a:pt x="474" y="240"/>
                    <a:pt x="474" y="240"/>
                    <a:pt x="474" y="240"/>
                  </a:cubicBezTo>
                  <a:cubicBezTo>
                    <a:pt x="474" y="281"/>
                    <a:pt x="440" y="314"/>
                    <a:pt x="399" y="314"/>
                  </a:cubicBezTo>
                  <a:close/>
                  <a:moveTo>
                    <a:pt x="75" y="24"/>
                  </a:moveTo>
                  <a:cubicBezTo>
                    <a:pt x="47" y="24"/>
                    <a:pt x="25" y="46"/>
                    <a:pt x="25" y="74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5" y="268"/>
                    <a:pt x="47" y="290"/>
                    <a:pt x="75" y="290"/>
                  </a:cubicBezTo>
                  <a:cubicBezTo>
                    <a:pt x="399" y="290"/>
                    <a:pt x="399" y="290"/>
                    <a:pt x="399" y="290"/>
                  </a:cubicBezTo>
                  <a:cubicBezTo>
                    <a:pt x="427" y="290"/>
                    <a:pt x="449" y="268"/>
                    <a:pt x="449" y="240"/>
                  </a:cubicBezTo>
                  <a:cubicBezTo>
                    <a:pt x="449" y="74"/>
                    <a:pt x="449" y="74"/>
                    <a:pt x="449" y="74"/>
                  </a:cubicBezTo>
                  <a:cubicBezTo>
                    <a:pt x="449" y="46"/>
                    <a:pt x="427" y="24"/>
                    <a:pt x="399" y="24"/>
                  </a:cubicBezTo>
                  <a:lnTo>
                    <a:pt x="7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BFFBB-3EC5-4525-90C7-29451E477F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144" y="3429000"/>
            <a:ext cx="803484" cy="14287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100"/>
            </a:lvl1pPr>
          </a:lstStyle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97B0CA-1757-B547-85EB-94F253E5548E}"/>
              </a:ext>
            </a:extLst>
          </p:cNvPr>
          <p:cNvSpPr/>
          <p:nvPr userDrawn="1"/>
        </p:nvSpPr>
        <p:spPr>
          <a:xfrm>
            <a:off x="6482120" y="1798424"/>
            <a:ext cx="710805" cy="710620"/>
          </a:xfrm>
          <a:prstGeom prst="ellips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5C3BFF-668F-DA43-AFFF-080A89A636F1}"/>
              </a:ext>
            </a:extLst>
          </p:cNvPr>
          <p:cNvSpPr/>
          <p:nvPr userDrawn="1"/>
        </p:nvSpPr>
        <p:spPr>
          <a:xfrm>
            <a:off x="6434730" y="4073083"/>
            <a:ext cx="710805" cy="710620"/>
          </a:xfrm>
          <a:prstGeom prst="ellipse">
            <a:avLst/>
          </a:prstGeom>
          <a:solidFill>
            <a:srgbClr val="EEA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3F0243-F8C6-7E49-B6C0-66D699E74214}"/>
              </a:ext>
            </a:extLst>
          </p:cNvPr>
          <p:cNvSpPr/>
          <p:nvPr userDrawn="1"/>
        </p:nvSpPr>
        <p:spPr>
          <a:xfrm>
            <a:off x="9218802" y="1772816"/>
            <a:ext cx="710805" cy="710620"/>
          </a:xfrm>
          <a:prstGeom prst="ellipse">
            <a:avLst/>
          </a:prstGeom>
          <a:solidFill>
            <a:srgbClr val="EEA7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10AD31-111E-9B45-8E3C-A9E0F25BED1A}"/>
              </a:ext>
            </a:extLst>
          </p:cNvPr>
          <p:cNvSpPr/>
          <p:nvPr userDrawn="1"/>
        </p:nvSpPr>
        <p:spPr>
          <a:xfrm>
            <a:off x="9218802" y="4041454"/>
            <a:ext cx="710805" cy="710620"/>
          </a:xfrm>
          <a:prstGeom prst="ellipse">
            <a:avLst/>
          </a:prstGeom>
          <a:solidFill>
            <a:srgbClr val="423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3532C3-2F10-8246-AE82-8225DAC8B229}"/>
              </a:ext>
            </a:extLst>
          </p:cNvPr>
          <p:cNvCxnSpPr>
            <a:cxnSpLocks/>
          </p:cNvCxnSpPr>
          <p:nvPr userDrawn="1"/>
        </p:nvCxnSpPr>
        <p:spPr>
          <a:xfrm>
            <a:off x="509799" y="74826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1EDE0287-964E-0A48-921E-288A941CEA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757070E3-90FA-8D44-A564-DAF6D7D46F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F5358A6-06AF-0447-A933-0EAF9D0579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10406" y="1863523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F4AB36A-CA3F-F441-AEAD-803BFBD182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9708" y="1842157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C3784E-B2B2-B549-9116-7E2663F2AD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9185" y="4087791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41E788-E6F1-C84E-96F4-966402EA40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82857" y="4040914"/>
            <a:ext cx="1945169" cy="8912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Sample text. Verdana size 16</a:t>
            </a:r>
          </a:p>
        </p:txBody>
      </p:sp>
    </p:spTree>
    <p:extLst>
      <p:ext uri="{BB962C8B-B14F-4D97-AF65-F5344CB8AC3E}">
        <p14:creationId xmlns:p14="http://schemas.microsoft.com/office/powerpoint/2010/main" val="2023820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rcles an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180A5C-C002-1945-8CF0-CD70062908A0}"/>
              </a:ext>
            </a:extLst>
          </p:cNvPr>
          <p:cNvCxnSpPr>
            <a:cxnSpLocks/>
            <a:stCxn id="12" idx="3"/>
            <a:endCxn id="9" idx="6"/>
          </p:cNvCxnSpPr>
          <p:nvPr userDrawn="1"/>
        </p:nvCxnSpPr>
        <p:spPr>
          <a:xfrm flipH="1">
            <a:off x="4124409" y="3014242"/>
            <a:ext cx="4716448" cy="2114419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A47128-7776-2A49-9B8F-DD25A12FA25A}"/>
              </a:ext>
            </a:extLst>
          </p:cNvPr>
          <p:cNvCxnSpPr>
            <a:cxnSpLocks/>
            <a:stCxn id="8" idx="5"/>
            <a:endCxn id="10" idx="1"/>
          </p:cNvCxnSpPr>
          <p:nvPr userDrawn="1"/>
        </p:nvCxnSpPr>
        <p:spPr>
          <a:xfrm>
            <a:off x="4701939" y="3445827"/>
            <a:ext cx="57500" cy="285405"/>
          </a:xfrm>
          <a:prstGeom prst="line">
            <a:avLst/>
          </a:prstGeom>
          <a:ln w="127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1607A8C-5146-3140-83B3-08677ADCA855}"/>
              </a:ext>
            </a:extLst>
          </p:cNvPr>
          <p:cNvSpPr/>
          <p:nvPr userDrawn="1"/>
        </p:nvSpPr>
        <p:spPr>
          <a:xfrm>
            <a:off x="3226429" y="1967876"/>
            <a:ext cx="1728666" cy="1731529"/>
          </a:xfrm>
          <a:prstGeom prst="ellipse">
            <a:avLst/>
          </a:prstGeom>
          <a:solidFill>
            <a:srgbClr val="423862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9DFDFE-334F-B947-964D-30D19629BD4B}"/>
              </a:ext>
            </a:extLst>
          </p:cNvPr>
          <p:cNvSpPr/>
          <p:nvPr userDrawn="1"/>
        </p:nvSpPr>
        <p:spPr>
          <a:xfrm>
            <a:off x="2396193" y="4262897"/>
            <a:ext cx="1728216" cy="1731529"/>
          </a:xfrm>
          <a:prstGeom prst="ellipse">
            <a:avLst/>
          </a:prstGeom>
          <a:solidFill>
            <a:srgbClr val="85849A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2B1243-36FC-024C-8ED7-63F879364DA4}"/>
              </a:ext>
            </a:extLst>
          </p:cNvPr>
          <p:cNvSpPr/>
          <p:nvPr userDrawn="1"/>
        </p:nvSpPr>
        <p:spPr>
          <a:xfrm>
            <a:off x="4506348" y="3477656"/>
            <a:ext cx="1728216" cy="1731529"/>
          </a:xfrm>
          <a:prstGeom prst="ellipse">
            <a:avLst/>
          </a:prstGeom>
          <a:solidFill>
            <a:schemeClr val="accent2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B24CE5-6591-BF41-ABB5-EF69EDE70636}"/>
              </a:ext>
            </a:extLst>
          </p:cNvPr>
          <p:cNvSpPr/>
          <p:nvPr userDrawn="1"/>
        </p:nvSpPr>
        <p:spPr>
          <a:xfrm>
            <a:off x="6725890" y="2610375"/>
            <a:ext cx="1728216" cy="1731529"/>
          </a:xfrm>
          <a:prstGeom prst="ellipse">
            <a:avLst/>
          </a:prstGeom>
          <a:solidFill>
            <a:srgbClr val="EEA73C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A26D7F-5A01-E448-A2ED-357D57438F07}"/>
              </a:ext>
            </a:extLst>
          </p:cNvPr>
          <p:cNvSpPr/>
          <p:nvPr userDrawn="1"/>
        </p:nvSpPr>
        <p:spPr>
          <a:xfrm>
            <a:off x="8587766" y="1536290"/>
            <a:ext cx="1728216" cy="1731529"/>
          </a:xfrm>
          <a:prstGeom prst="ellipse">
            <a:avLst/>
          </a:prstGeom>
          <a:solidFill>
            <a:schemeClr val="accent4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2D139AD-3D99-F64E-A9EA-E2EF8BD2F9E6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C4B0BDEA-B5BC-A84E-9907-AFDD05E5AC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79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nbur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1256" y="6356351"/>
            <a:ext cx="2742326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9C1C9D-68A4-5543-9820-39FCCB84F0D0}"/>
              </a:ext>
            </a:extLst>
          </p:cNvPr>
          <p:cNvCxnSpPr>
            <a:cxnSpLocks/>
          </p:cNvCxnSpPr>
          <p:nvPr userDrawn="1"/>
        </p:nvCxnSpPr>
        <p:spPr>
          <a:xfrm>
            <a:off x="509799" y="793230"/>
            <a:ext cx="11682201" cy="0"/>
          </a:xfrm>
          <a:prstGeom prst="line">
            <a:avLst/>
          </a:prstGeom>
          <a:ln w="19050">
            <a:solidFill>
              <a:srgbClr val="EEA7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sitting, drawing, light, clock&#10;&#10;Description automatically generated">
            <a:extLst>
              <a:ext uri="{FF2B5EF4-FFF2-40B4-BE49-F238E27FC236}">
                <a16:creationId xmlns:a16="http://schemas.microsoft.com/office/drawing/2014/main" id="{43BD24F2-E0E6-DA46-A6D9-D565FE3D9E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5029" y="6430780"/>
            <a:ext cx="2188189" cy="309693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AA200CD-58EE-8D4B-A615-FE0FCE8209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5566" y="150150"/>
            <a:ext cx="4386262" cy="57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42109997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6A807-7C40-4545-8CF5-240ED03D8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36225" y="0"/>
            <a:ext cx="60557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64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31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43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78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740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apui.org/downloads/soapui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support@projectorpsa.com" TargetMode="External"/><Relationship Id="rId5" Type="http://schemas.openxmlformats.org/officeDocument/2006/relationships/hyperlink" Target="https://help.projectorpsa.com/" TargetMode="External"/><Relationship Id="rId4" Type="http://schemas.openxmlformats.org/officeDocument/2006/relationships/hyperlink" Target="https://www.telerik.com/download/fiddler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280316" y="4140866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 Light"/>
              </a:rPr>
              <a:t>PROJECTOR WEB SERVICES</a:t>
            </a:r>
            <a:b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 Light"/>
              </a:rPr>
            </a:br>
            <a:r>
              <a:rPr lang="en-US" sz="1600" i="1" dirty="0">
                <a:solidFill>
                  <a:schemeClr val="bg1"/>
                </a:solidFill>
                <a:cs typeface="Calibri"/>
              </a:rPr>
              <a:t>Introduction, Models, Patterns, and Best Practices</a:t>
            </a:r>
            <a:br>
              <a:rPr lang="en-US" sz="1600" i="1" dirty="0">
                <a:solidFill>
                  <a:schemeClr val="bg1"/>
                </a:solidFill>
                <a:cs typeface="Calibri"/>
              </a:rPr>
            </a:br>
            <a:br>
              <a:rPr lang="en-US" sz="1600" i="1" dirty="0">
                <a:solidFill>
                  <a:schemeClr val="bg1"/>
                </a:solidFill>
                <a:cs typeface="Calibri"/>
              </a:rPr>
            </a:br>
            <a:r>
              <a:rPr lang="en-US" sz="1600" i="1" dirty="0">
                <a:solidFill>
                  <a:schemeClr val="bg1"/>
                </a:solidFill>
                <a:cs typeface="Calibri"/>
              </a:rPr>
              <a:t>OCTOBER 22</a:t>
            </a:r>
            <a:r>
              <a:rPr lang="en-US" sz="1600" i="1" baseline="30000" dirty="0">
                <a:solidFill>
                  <a:schemeClr val="bg1"/>
                </a:solidFill>
                <a:cs typeface="Calibri"/>
              </a:rPr>
              <a:t>ND</a:t>
            </a:r>
            <a:r>
              <a:rPr lang="en-US" sz="1600" i="1" dirty="0">
                <a:solidFill>
                  <a:schemeClr val="bg1"/>
                </a:solidFill>
                <a:cs typeface="Calibri"/>
              </a:rPr>
              <a:t>, 2020</a:t>
            </a:r>
            <a:br>
              <a:rPr lang="en-US" sz="1600" i="1" dirty="0">
                <a:solidFill>
                  <a:schemeClr val="bg1"/>
                </a:solidFill>
                <a:cs typeface="Calibri"/>
              </a:rPr>
            </a:br>
            <a:r>
              <a:rPr lang="en-US" sz="1600" i="1" dirty="0">
                <a:solidFill>
                  <a:schemeClr val="bg1"/>
                </a:solidFill>
                <a:cs typeface="Calibri"/>
              </a:rPr>
              <a:t>- Stephan Golux</a:t>
            </a:r>
            <a:br>
              <a:rPr lang="en-US" sz="1600" i="1" dirty="0">
                <a:solidFill>
                  <a:schemeClr val="bg1"/>
                </a:solidFill>
              </a:rPr>
            </a:br>
            <a:endParaRPr lang="en-US" sz="16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E5409-E493-4C1A-9D28-BC212F71C2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3489" y="2240281"/>
            <a:ext cx="4715180" cy="3611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Verdana"/>
                <a:ea typeface="Verdana"/>
                <a:cs typeface="Calibri"/>
              </a:rPr>
              <a:t>Tools, Documentation, and Support</a:t>
            </a:r>
          </a:p>
          <a:p>
            <a:r>
              <a:rPr lang="en-US" dirty="0">
                <a:latin typeface="Verdana"/>
                <a:ea typeface="Verdana"/>
                <a:cs typeface="Calibri"/>
              </a:rPr>
              <a:t>Overview of Provided APIs</a:t>
            </a:r>
          </a:p>
          <a:p>
            <a:r>
              <a:rPr lang="en-US" dirty="0">
                <a:latin typeface="Verdana"/>
                <a:ea typeface="Verdana"/>
                <a:cs typeface="Calibri"/>
              </a:rPr>
              <a:t>Workflow Terminology and Lifecycle</a:t>
            </a:r>
          </a:p>
          <a:p>
            <a:r>
              <a:rPr lang="en-US" dirty="0">
                <a:latin typeface="Verdana"/>
                <a:ea typeface="Verdana"/>
                <a:cs typeface="Verdana"/>
              </a:rPr>
              <a:t>Schematic Model Network Architecture</a:t>
            </a:r>
            <a:endParaRPr lang="en-US" dirty="0">
              <a:latin typeface="Verdana"/>
              <a:ea typeface="Verdana"/>
              <a:cs typeface="Calibri"/>
            </a:endParaRPr>
          </a:p>
          <a:p>
            <a:r>
              <a:rPr lang="en-US" dirty="0">
                <a:latin typeface="Verdana"/>
                <a:ea typeface="Verdana"/>
                <a:cs typeface="Verdana"/>
              </a:rPr>
              <a:t>Authentication &amp; Session Establishment</a:t>
            </a:r>
            <a:endParaRPr lang="en-US" dirty="0">
              <a:cs typeface="Verdana"/>
            </a:endParaRPr>
          </a:p>
          <a:p>
            <a:r>
              <a:rPr lang="en-US" dirty="0">
                <a:latin typeface="Verdana"/>
                <a:ea typeface="Verdana"/>
                <a:cs typeface="Verdana"/>
              </a:rPr>
              <a:t>Session Practices and Limits</a:t>
            </a:r>
            <a:endParaRPr lang="en-US" dirty="0">
              <a:cs typeface="Verdana"/>
            </a:endParaRPr>
          </a:p>
          <a:p>
            <a:r>
              <a:rPr lang="en-US" dirty="0">
                <a:latin typeface="Verdana"/>
                <a:ea typeface="Verdana"/>
                <a:cs typeface="Verdana"/>
              </a:rPr>
              <a:t>RESTful Reporting Practices and Limits</a:t>
            </a:r>
          </a:p>
          <a:p>
            <a:r>
              <a:rPr lang="en-US" dirty="0">
                <a:latin typeface="Verdana"/>
                <a:ea typeface="Verdana"/>
                <a:cs typeface="Verdana"/>
              </a:rPr>
              <a:t>Service Throttling and Denial</a:t>
            </a:r>
          </a:p>
          <a:p>
            <a:r>
              <a:rPr lang="en-US" dirty="0">
                <a:latin typeface="Verdana"/>
                <a:ea typeface="Verdana"/>
                <a:cs typeface="Verdana"/>
              </a:rPr>
              <a:t>Handling Errors</a:t>
            </a:r>
          </a:p>
          <a:p>
            <a:r>
              <a:rPr lang="en-US" dirty="0">
                <a:cs typeface="Calibri"/>
              </a:rPr>
              <a:t>Questions and Additional Examples</a:t>
            </a:r>
          </a:p>
          <a:p>
            <a:r>
              <a:rPr lang="en-US" dirty="0">
                <a:cs typeface="Calibri"/>
              </a:rPr>
              <a:t>Summary of Best Practices and Wrap-Up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82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87C6B-E1A1-4950-8285-D99D1E1C8C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3" y="1120140"/>
            <a:ext cx="11342687" cy="53832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 panose="020F0502020204030204"/>
              </a:rPr>
              <a:t>SoapUI:</a:t>
            </a:r>
            <a:r>
              <a:rPr lang="en-US" dirty="0">
                <a:solidFill>
                  <a:schemeClr val="tx2"/>
                </a:solidFill>
                <a:latin typeface="Verdana"/>
                <a:ea typeface="Verdana"/>
                <a:cs typeface="Calibri" panose="020F0502020204030204"/>
              </a:rPr>
              <a:t> </a:t>
            </a:r>
            <a:r>
              <a:rPr lang="en-US" dirty="0">
                <a:solidFill>
                  <a:schemeClr val="tx2"/>
                </a:solidFill>
                <a:latin typeface="Verdana"/>
                <a:ea typeface="Verdana"/>
                <a:cs typeface="Calibri" panose="020F05020202040302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https://www.soapui.org/downloads/soapui/</a:t>
            </a:r>
            <a:endParaRPr lang="en-US" dirty="0">
              <a:solidFill>
                <a:schemeClr val="tx2"/>
              </a:solidFill>
              <a:latin typeface="Verdana"/>
              <a:ea typeface="Verdana"/>
              <a:cs typeface="Calibri" panose="020F0502020204030204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Great for testing and debugging, easy to use, can initiate API calls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Use to log "Requests" and "Responses" for bug reports or support tickets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Will use for examples in this webinar.  Open source free version is sufficient for our needs.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+mn-lt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Fiddler:  </a:t>
            </a:r>
            <a:r>
              <a:rPr lang="en-US" dirty="0">
                <a:solidFill>
                  <a:schemeClr val="tx2"/>
                </a:solidFill>
                <a:latin typeface="Verdana"/>
                <a:ea typeface="Verdana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https://www.telerik.com/download/fiddler</a:t>
            </a:r>
            <a:endParaRPr lang="en-US" dirty="0">
              <a:solidFill>
                <a:schemeClr val="tx2"/>
              </a:solidFill>
              <a:latin typeface="Verdana"/>
              <a:ea typeface="Verdana"/>
              <a:cs typeface="+mn-lt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Great for debugging, but complex to use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Can intercept API conversations coming from your native integration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Can use to grab XML "Requests" and "Responses" for Projector Support</a:t>
            </a:r>
          </a:p>
          <a:p>
            <a:pPr marL="895244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+mn-lt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Projector Documentation: </a:t>
            </a:r>
            <a:r>
              <a:rPr lang="en-US" dirty="0">
                <a:solidFill>
                  <a:schemeClr val="tx2"/>
                </a:solidFill>
                <a:latin typeface="Verdana"/>
                <a:ea typeface="Verdana"/>
                <a:cs typeface="Calibri" panose="020F050202020403020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https://help.projectorpsa.com/</a:t>
            </a:r>
            <a:endParaRPr lang="en-US" dirty="0">
              <a:solidFill>
                <a:schemeClr val="tx2"/>
              </a:solidFill>
              <a:latin typeface="Verdana"/>
              <a:ea typeface="Verdana"/>
              <a:cs typeface="Calibri" panose="020F0502020204030204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  <a:cs typeface="Calibri" panose="020F0502020204030204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 panose="020F0502020204030204"/>
              </a:rPr>
              <a:t>Projector Support:  </a:t>
            </a:r>
            <a:r>
              <a:rPr lang="en-US" dirty="0">
                <a:solidFill>
                  <a:schemeClr val="tx2"/>
                </a:solidFill>
                <a:latin typeface="Verdana"/>
                <a:ea typeface="Verdana"/>
                <a:cs typeface="Calibri" panose="020F050202020403020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support@projectorpsa.com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 panose="020F0502020204030204"/>
              </a:rPr>
              <a:t>, 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+1 617-431-4111</a:t>
            </a:r>
            <a:endParaRPr lang="en-US" dirty="0">
              <a:solidFill>
                <a:schemeClr val="accent1"/>
              </a:solidFill>
              <a:latin typeface="Verdana"/>
              <a:ea typeface="Verdana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BBAC7-F4BF-43EE-9375-958B716A16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9644236" cy="579438"/>
          </a:xfrm>
        </p:spPr>
        <p:txBody>
          <a:bodyPr/>
          <a:lstStyle/>
          <a:p>
            <a:r>
              <a:rPr lang="en-US" dirty="0">
                <a:cs typeface="Calibri Light"/>
              </a:rPr>
              <a:t>TOOLS, DOCUMENTATION, &amp; SUPPORT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28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E51DF-1B6C-4927-AE6A-C43943B937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3" y="1074420"/>
            <a:ext cx="11342687" cy="53832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chemeClr val="bg2"/>
              </a:buClr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Initial OPS Services - ASMX SOAP Services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dirty="0">
              <a:solidFill>
                <a:schemeClr val="accent1"/>
              </a:solidFill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Now known also as "Legacy" or "Version 1" services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Initially had only Basic (Credential-based) Authentication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Now supports Session-based authentication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Blunt error handling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Ad hoc design to address customer needs, including:</a:t>
            </a:r>
          </a:p>
          <a:p>
            <a:pPr marL="1504315" lvl="2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Onboarding, bulk loads, bulk exports</a:t>
            </a:r>
          </a:p>
          <a:p>
            <a:pPr marL="1504315" lvl="2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FRO Time and Cost</a:t>
            </a:r>
          </a:p>
          <a:p>
            <a:pPr marL="1504315" lvl="2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Accounting integrations</a:t>
            </a: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1504315" lvl="2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Can submit reports to be run asynchronously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Ongoing support for backward compatibility and for niche uses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Only very rarely augmented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4AE73-0EB0-47B7-9A0A-58BD3A5AEE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5" y="150150"/>
            <a:ext cx="9512262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Calibri Light"/>
              </a:rPr>
              <a:t>OVERVIEW OF PROVIDED APIs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87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E51DF-1B6C-4927-AE6A-C43943B937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3" y="1154430"/>
            <a:ext cx="11342687" cy="53832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Reporting Web Services - RESTful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dirty="0">
              <a:solidFill>
                <a:schemeClr val="accent1"/>
              </a:solidFill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Provide tabular bulk read-only data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Output is previously run Projector reports in requested format (csv, xml, 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xls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, json....)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Several authentication possibilities:</a:t>
            </a:r>
          </a:p>
          <a:p>
            <a:pPr marL="1504315" lvl="2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Basic</a:t>
            </a:r>
          </a:p>
          <a:p>
            <a:pPr marL="1504315" lvl="2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Session</a:t>
            </a:r>
          </a:p>
          <a:p>
            <a:pPr marL="1504315" lvl="2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Authentication Token – generated at report creation in Projector UI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Detailed, granular, and associative,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but not real time.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65FA0-13E2-4ADA-BF7B-6ADD19DE59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5" y="150150"/>
            <a:ext cx="8890093" cy="579438"/>
          </a:xfrm>
        </p:spPr>
        <p:txBody>
          <a:bodyPr/>
          <a:lstStyle/>
          <a:p>
            <a:r>
              <a:rPr lang="en-US" dirty="0">
                <a:cs typeface="Calibri Light"/>
              </a:rPr>
              <a:t>OVERVIEW OF PROVIDED APIs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03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E51DF-1B6C-4927-AE6A-C43943B937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3" y="1097280"/>
            <a:ext cx="11342687" cy="53832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Pws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 Services – WCF SOAP Services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Sometimes referred to as "Version 2" services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Session-based authentication only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Formal paradigms and conventions used consistently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Complete and formal error handling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  <a:t>Includes CRUD services for many Projector entities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Calibri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Calibri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Real time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+mn-lt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Used by our UI – you use same logic/workflow that we use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+mn-lt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Other side of that coin – not designed with simplicity as primary goal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+mn-lt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+mn-lt"/>
              </a:rPr>
              <a:t>Actively maintained and augmented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3C385-32E4-4E85-9B60-1EA01CB4CD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8965506" cy="579438"/>
          </a:xfrm>
        </p:spPr>
        <p:txBody>
          <a:bodyPr/>
          <a:lstStyle/>
          <a:p>
            <a:r>
              <a:rPr lang="en-US" dirty="0">
                <a:cs typeface="Calibri Light"/>
              </a:rPr>
              <a:t>OVERVIEW OF PROVIDED APIs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23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1B6BEB-0632-4FED-894A-052748DCB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3" y="971550"/>
            <a:ext cx="11342687" cy="5383213"/>
          </a:xfrm>
        </p:spPr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Projector operations (including Web Services operations) always executed as a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User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 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Users are granted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Permissions 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for classes of Projector operations within their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Account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Users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Authenticate 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(and assert their Permissions) by providing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Credentials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Projector credentials are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Username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Account Code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, and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Password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Operations within Projector execute within the context of a Projector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Session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Sessions are created upon the successful presentation of credentials to Projector.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b="1" i="1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PwsAuthenticate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 service is passed credentials, creates session, and responds with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Session Ticket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Subsequent services invoked with session ticket, which associates user and permissions with operation.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When session is no longer needed, it should be terminated with the service </a:t>
            </a:r>
            <a:r>
              <a:rPr lang="en-US" b="1" i="1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PwsUnauthenticate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</a:t>
            </a: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endParaRPr lang="en-US" sz="1600" b="1" i="1" dirty="0">
              <a:solidFill>
                <a:srgbClr val="40404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D21E6-530C-4B6F-AAD8-33692EFC22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10833495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Verdana"/>
              </a:rPr>
              <a:t>Workflow Terminology and Lifecycle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48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BD762-87BF-4913-B1AB-9701FC01A0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9602595" cy="579438"/>
          </a:xfrm>
        </p:spPr>
        <p:txBody>
          <a:bodyPr lIns="91440" tIns="45720" rIns="91440" bIns="45720" anchor="t"/>
          <a:lstStyle/>
          <a:p>
            <a:r>
              <a:rPr lang="en-US" dirty="0"/>
              <a:t>SCHEMATIC MODEL NETWORK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54D66A-19EC-4D92-9291-B84B688A31BC}"/>
              </a:ext>
            </a:extLst>
          </p:cNvPr>
          <p:cNvSpPr/>
          <p:nvPr/>
        </p:nvSpPr>
        <p:spPr>
          <a:xfrm>
            <a:off x="289011" y="1136385"/>
            <a:ext cx="11684686" cy="356016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solidFill>
              <a:schemeClr val="accent1"/>
            </a:solidFill>
            <a:extLst>
              <a:ext uri="{C807C97D-BFC1-408E-A445-0C87EB9F89A2}">
                <ask:lineSketchStyleProps xmlns=""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2CE07A-B63B-42AF-920E-9C8A8F7E6C86}"/>
              </a:ext>
            </a:extLst>
          </p:cNvPr>
          <p:cNvGrpSpPr/>
          <p:nvPr/>
        </p:nvGrpSpPr>
        <p:grpSpPr>
          <a:xfrm>
            <a:off x="764790" y="1111206"/>
            <a:ext cx="3230379" cy="3393505"/>
            <a:chOff x="532618" y="1379097"/>
            <a:chExt cx="3230379" cy="3393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0E5D28-228A-4017-AC93-931C5BBEC5F8}"/>
                </a:ext>
              </a:extLst>
            </p:cNvPr>
            <p:cNvSpPr txBox="1"/>
            <p:nvPr/>
          </p:nvSpPr>
          <p:spPr>
            <a:xfrm>
              <a:off x="532620" y="4280159"/>
              <a:ext cx="2774429" cy="492443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Web Server 1</a:t>
              </a: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https://app.projectorpsa.com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E76759-8391-4E2A-AAF5-1F8F43A7D810}"/>
                </a:ext>
              </a:extLst>
            </p:cNvPr>
            <p:cNvSpPr txBox="1"/>
            <p:nvPr/>
          </p:nvSpPr>
          <p:spPr>
            <a:xfrm>
              <a:off x="532618" y="3162143"/>
              <a:ext cx="3230379" cy="492443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Service &amp; Session Provider 1</a:t>
              </a:r>
              <a:endPara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https://</a:t>
              </a:r>
              <a:r>
                <a:rPr lang="en-US" sz="1300" dirty="0" err="1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secure.projectorpsa.com</a:t>
              </a:r>
              <a:endPara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9" name="Graphic 9" descr="Database">
              <a:extLst>
                <a:ext uri="{FF2B5EF4-FFF2-40B4-BE49-F238E27FC236}">
                  <a16:creationId xmlns:a16="http://schemas.microsoft.com/office/drawing/2014/main" id="{D5182F3F-2BFD-4B89-A396-55971A877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1981" y="1379097"/>
              <a:ext cx="2032415" cy="130164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A1D031-C524-47DC-9881-FE3EE2E8F3D9}"/>
                </a:ext>
              </a:extLst>
            </p:cNvPr>
            <p:cNvSpPr txBox="1"/>
            <p:nvPr/>
          </p:nvSpPr>
          <p:spPr>
            <a:xfrm>
              <a:off x="1507761" y="1451547"/>
              <a:ext cx="763250" cy="29238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DB 1</a:t>
              </a:r>
            </a:p>
          </p:txBody>
        </p:sp>
        <p:pic>
          <p:nvPicPr>
            <p:cNvPr id="11" name="Graphic 13" descr="Transfer">
              <a:extLst>
                <a:ext uri="{FF2B5EF4-FFF2-40B4-BE49-F238E27FC236}">
                  <a16:creationId xmlns:a16="http://schemas.microsoft.com/office/drawing/2014/main" id="{56F0705B-CF4F-48A3-A793-EEBA88C7A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566474" y="3790012"/>
              <a:ext cx="533399" cy="445959"/>
            </a:xfrm>
            <a:prstGeom prst="rect">
              <a:avLst/>
            </a:prstGeom>
          </p:spPr>
        </p:pic>
        <p:pic>
          <p:nvPicPr>
            <p:cNvPr id="12" name="Graphic 11" descr="Transfer">
              <a:extLst>
                <a:ext uri="{FF2B5EF4-FFF2-40B4-BE49-F238E27FC236}">
                  <a16:creationId xmlns:a16="http://schemas.microsoft.com/office/drawing/2014/main" id="{1686B5E6-432B-4755-8F36-84599C219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541490" y="2647011"/>
              <a:ext cx="533399" cy="44595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8BBE1D-0774-4626-9D90-B862166898E9}"/>
              </a:ext>
            </a:extLst>
          </p:cNvPr>
          <p:cNvGrpSpPr/>
          <p:nvPr/>
        </p:nvGrpSpPr>
        <p:grpSpPr>
          <a:xfrm>
            <a:off x="4356183" y="1111205"/>
            <a:ext cx="3230379" cy="3393505"/>
            <a:chOff x="532618" y="1379097"/>
            <a:chExt cx="3230379" cy="339350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40FA49-E613-4A13-BED0-F72A674F5AB4}"/>
                </a:ext>
              </a:extLst>
            </p:cNvPr>
            <p:cNvSpPr txBox="1"/>
            <p:nvPr/>
          </p:nvSpPr>
          <p:spPr>
            <a:xfrm>
              <a:off x="532620" y="4280159"/>
              <a:ext cx="2774429" cy="492443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Web Server 2</a:t>
              </a: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https://app2.projectorpsa.com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30BE2F-0277-4B28-BD6B-AE406743095A}"/>
                </a:ext>
              </a:extLst>
            </p:cNvPr>
            <p:cNvSpPr txBox="1"/>
            <p:nvPr/>
          </p:nvSpPr>
          <p:spPr>
            <a:xfrm>
              <a:off x="532618" y="3162143"/>
              <a:ext cx="3230379" cy="492443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Service &amp; Session Provider 2</a:t>
              </a:r>
              <a:endPara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https://secure2.projectorpsa.com</a:t>
              </a:r>
            </a:p>
          </p:txBody>
        </p:sp>
        <p:pic>
          <p:nvPicPr>
            <p:cNvPr id="17" name="Graphic 9" descr="Database">
              <a:extLst>
                <a:ext uri="{FF2B5EF4-FFF2-40B4-BE49-F238E27FC236}">
                  <a16:creationId xmlns:a16="http://schemas.microsoft.com/office/drawing/2014/main" id="{913CD2DB-477F-48EB-8137-8C561B8F2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1981" y="1379097"/>
              <a:ext cx="2032415" cy="130164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9D254E-F3E5-4CE9-ABA5-F88363567FCA}"/>
                </a:ext>
              </a:extLst>
            </p:cNvPr>
            <p:cNvSpPr txBox="1"/>
            <p:nvPr/>
          </p:nvSpPr>
          <p:spPr>
            <a:xfrm>
              <a:off x="1507761" y="1451547"/>
              <a:ext cx="763250" cy="29238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DB 2</a:t>
              </a:r>
            </a:p>
          </p:txBody>
        </p:sp>
        <p:pic>
          <p:nvPicPr>
            <p:cNvPr id="19" name="Graphic 13" descr="Transfer">
              <a:extLst>
                <a:ext uri="{FF2B5EF4-FFF2-40B4-BE49-F238E27FC236}">
                  <a16:creationId xmlns:a16="http://schemas.microsoft.com/office/drawing/2014/main" id="{9707CB52-1029-44FD-B4E4-EC0EB5A97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566474" y="3790012"/>
              <a:ext cx="533399" cy="445959"/>
            </a:xfrm>
            <a:prstGeom prst="rect">
              <a:avLst/>
            </a:prstGeom>
          </p:spPr>
        </p:pic>
        <p:pic>
          <p:nvPicPr>
            <p:cNvPr id="20" name="Graphic 19" descr="Transfer">
              <a:extLst>
                <a:ext uri="{FF2B5EF4-FFF2-40B4-BE49-F238E27FC236}">
                  <a16:creationId xmlns:a16="http://schemas.microsoft.com/office/drawing/2014/main" id="{A52A4373-FA4C-46E4-9A6E-319F699CB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541490" y="2647011"/>
              <a:ext cx="533399" cy="445959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EDCF695-28A1-4965-BADD-396E5EEE9BBF}"/>
              </a:ext>
            </a:extLst>
          </p:cNvPr>
          <p:cNvGrpSpPr/>
          <p:nvPr/>
        </p:nvGrpSpPr>
        <p:grpSpPr>
          <a:xfrm>
            <a:off x="8634626" y="1111206"/>
            <a:ext cx="3230379" cy="3393505"/>
            <a:chOff x="532618" y="1379097"/>
            <a:chExt cx="3230379" cy="339350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706092-1EA0-440B-9468-79BA17C1FDF6}"/>
                </a:ext>
              </a:extLst>
            </p:cNvPr>
            <p:cNvSpPr txBox="1"/>
            <p:nvPr/>
          </p:nvSpPr>
          <p:spPr>
            <a:xfrm>
              <a:off x="532620" y="4280159"/>
              <a:ext cx="2774429" cy="492443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Web Server </a:t>
              </a:r>
              <a:r>
                <a:rPr lang="en-US" sz="1300" b="1" i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</a:t>
              </a: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https://app</a:t>
              </a:r>
              <a:r>
                <a:rPr lang="en-US" sz="1300" i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</a:t>
              </a:r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.projectorpsa.com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A6781E-39EA-4975-B57B-13AAEBB78AE2}"/>
                </a:ext>
              </a:extLst>
            </p:cNvPr>
            <p:cNvSpPr txBox="1"/>
            <p:nvPr/>
          </p:nvSpPr>
          <p:spPr>
            <a:xfrm>
              <a:off x="532618" y="3162143"/>
              <a:ext cx="3230379" cy="492443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Service &amp; Session Provider </a:t>
              </a:r>
              <a:r>
                <a:rPr lang="en-US" sz="1300" b="1" i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</a:t>
              </a:r>
              <a:endParaRPr lang="en-US" sz="1300" i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https://secure</a:t>
              </a:r>
              <a:r>
                <a:rPr lang="en-US" sz="1300" i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</a:t>
              </a:r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.projectorpsa.com</a:t>
              </a:r>
            </a:p>
          </p:txBody>
        </p:sp>
        <p:pic>
          <p:nvPicPr>
            <p:cNvPr id="25" name="Graphic 9" descr="Database">
              <a:extLst>
                <a:ext uri="{FF2B5EF4-FFF2-40B4-BE49-F238E27FC236}">
                  <a16:creationId xmlns:a16="http://schemas.microsoft.com/office/drawing/2014/main" id="{7E9255E7-6DFB-4B7B-A056-0B438E5AA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1981" y="1379097"/>
              <a:ext cx="2032415" cy="130164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05F472-8F84-4363-9F2D-8964ECFC6709}"/>
                </a:ext>
              </a:extLst>
            </p:cNvPr>
            <p:cNvSpPr txBox="1"/>
            <p:nvPr/>
          </p:nvSpPr>
          <p:spPr>
            <a:xfrm>
              <a:off x="1507761" y="1451547"/>
              <a:ext cx="763250" cy="29238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300" b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DB </a:t>
              </a:r>
              <a:r>
                <a:rPr lang="en-US" sz="1300" b="1" i="1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</a:t>
              </a:r>
            </a:p>
          </p:txBody>
        </p:sp>
        <p:pic>
          <p:nvPicPr>
            <p:cNvPr id="27" name="Graphic 13" descr="Transfer">
              <a:extLst>
                <a:ext uri="{FF2B5EF4-FFF2-40B4-BE49-F238E27FC236}">
                  <a16:creationId xmlns:a16="http://schemas.microsoft.com/office/drawing/2014/main" id="{0B1C5AF3-6D55-444A-A836-1132D4D4A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566474" y="3790012"/>
              <a:ext cx="533399" cy="445959"/>
            </a:xfrm>
            <a:prstGeom prst="rect">
              <a:avLst/>
            </a:prstGeom>
          </p:spPr>
        </p:pic>
        <p:pic>
          <p:nvPicPr>
            <p:cNvPr id="28" name="Graphic 27" descr="Transfer">
              <a:extLst>
                <a:ext uri="{FF2B5EF4-FFF2-40B4-BE49-F238E27FC236}">
                  <a16:creationId xmlns:a16="http://schemas.microsoft.com/office/drawing/2014/main" id="{7AD3B690-2B2C-48B6-8EAD-4AB954481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541490" y="2647011"/>
              <a:ext cx="533399" cy="445959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BC307F1-894F-49ED-810F-E591FEAC5A77}"/>
              </a:ext>
            </a:extLst>
          </p:cNvPr>
          <p:cNvSpPr txBox="1"/>
          <p:nvPr/>
        </p:nvSpPr>
        <p:spPr>
          <a:xfrm>
            <a:off x="7815328" y="2565912"/>
            <a:ext cx="113175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...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F683A8-81CA-4413-8C6A-CBB081EEFD72}"/>
              </a:ext>
            </a:extLst>
          </p:cNvPr>
          <p:cNvSpPr txBox="1"/>
          <p:nvPr/>
        </p:nvSpPr>
        <p:spPr>
          <a:xfrm>
            <a:off x="2784718" y="1374938"/>
            <a:ext cx="1311329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CCBE63-FD61-4F70-A47A-00455C78A8A7}"/>
              </a:ext>
            </a:extLst>
          </p:cNvPr>
          <p:cNvSpPr txBox="1"/>
          <p:nvPr/>
        </p:nvSpPr>
        <p:spPr>
          <a:xfrm>
            <a:off x="2784717" y="1643510"/>
            <a:ext cx="1311329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749AD7-4E12-4EAE-BDEA-D368682511A2}"/>
              </a:ext>
            </a:extLst>
          </p:cNvPr>
          <p:cNvSpPr txBox="1"/>
          <p:nvPr/>
        </p:nvSpPr>
        <p:spPr>
          <a:xfrm>
            <a:off x="2784717" y="1912084"/>
            <a:ext cx="119218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77C0AC-0C22-4537-B10B-32FEDDB1B0F2}"/>
              </a:ext>
            </a:extLst>
          </p:cNvPr>
          <p:cNvSpPr txBox="1"/>
          <p:nvPr/>
        </p:nvSpPr>
        <p:spPr>
          <a:xfrm>
            <a:off x="10625160" y="1381183"/>
            <a:ext cx="1401892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A35438-63C8-41E1-B156-4C4DC882CB50}"/>
              </a:ext>
            </a:extLst>
          </p:cNvPr>
          <p:cNvSpPr txBox="1"/>
          <p:nvPr/>
        </p:nvSpPr>
        <p:spPr>
          <a:xfrm>
            <a:off x="10625159" y="1649755"/>
            <a:ext cx="1401892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AE9F84-D861-4A3E-AF35-0F0307B44CD0}"/>
              </a:ext>
            </a:extLst>
          </p:cNvPr>
          <p:cNvSpPr txBox="1"/>
          <p:nvPr/>
        </p:nvSpPr>
        <p:spPr>
          <a:xfrm>
            <a:off x="10625159" y="1918329"/>
            <a:ext cx="1256521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Z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36D59C-1051-4B43-9F5F-B51834DB6582}"/>
              </a:ext>
            </a:extLst>
          </p:cNvPr>
          <p:cNvGrpSpPr/>
          <p:nvPr/>
        </p:nvGrpSpPr>
        <p:grpSpPr>
          <a:xfrm>
            <a:off x="986384" y="5191697"/>
            <a:ext cx="1239186" cy="1239186"/>
            <a:chOff x="986384" y="5191697"/>
            <a:chExt cx="1239186" cy="123918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42234F4-61C6-4AE9-9188-777E63ED0BDF}"/>
                </a:ext>
              </a:extLst>
            </p:cNvPr>
            <p:cNvSpPr txBox="1"/>
            <p:nvPr/>
          </p:nvSpPr>
          <p:spPr>
            <a:xfrm>
              <a:off x="1075337" y="5406743"/>
              <a:ext cx="1050561" cy="69249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Client</a:t>
              </a: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Browser</a:t>
              </a:r>
            </a:p>
            <a:p>
              <a:pPr algn="ctr"/>
              <a:endPara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52" name="Graphic 51" descr="Monitor">
              <a:extLst>
                <a:ext uri="{FF2B5EF4-FFF2-40B4-BE49-F238E27FC236}">
                  <a16:creationId xmlns:a16="http://schemas.microsoft.com/office/drawing/2014/main" id="{5389E00E-2317-4039-94CB-D81E1A08D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6384" y="5191697"/>
              <a:ext cx="1239186" cy="123918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09FB45B-9063-48EA-9B2C-CD1D53D67F36}"/>
              </a:ext>
            </a:extLst>
          </p:cNvPr>
          <p:cNvGrpSpPr/>
          <p:nvPr/>
        </p:nvGrpSpPr>
        <p:grpSpPr>
          <a:xfrm>
            <a:off x="2540345" y="5376568"/>
            <a:ext cx="1455294" cy="612098"/>
            <a:chOff x="2739140" y="5488311"/>
            <a:chExt cx="1455294" cy="612098"/>
          </a:xfrm>
        </p:grpSpPr>
        <p:sp>
          <p:nvSpPr>
            <p:cNvPr id="55" name="Flowchart: Predefined Process 54">
              <a:extLst>
                <a:ext uri="{FF2B5EF4-FFF2-40B4-BE49-F238E27FC236}">
                  <a16:creationId xmlns:a16="http://schemas.microsoft.com/office/drawing/2014/main" id="{3F03F49B-01E9-450E-9C71-7FDEDB776FA0}"/>
                </a:ext>
              </a:extLst>
            </p:cNvPr>
            <p:cNvSpPr/>
            <p:nvPr/>
          </p:nvSpPr>
          <p:spPr>
            <a:xfrm>
              <a:off x="2739140" y="5488311"/>
              <a:ext cx="1455294" cy="612098"/>
            </a:xfrm>
            <a:prstGeom prst="flowChartPredefinedProcess">
              <a:avLst/>
            </a:prstGeom>
            <a:solidFill>
              <a:schemeClr val="bg2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2B2CC9-7E51-4114-88DA-082121F899AD}"/>
                </a:ext>
              </a:extLst>
            </p:cNvPr>
            <p:cNvSpPr txBox="1"/>
            <p:nvPr/>
          </p:nvSpPr>
          <p:spPr>
            <a:xfrm>
              <a:off x="2827987" y="5488743"/>
              <a:ext cx="1281660" cy="49244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Integration</a:t>
              </a:r>
            </a:p>
            <a:p>
              <a:pPr algn="ctr"/>
              <a:r>
                <a:rPr lang="en-US" sz="13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Workflow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2B9F5D9-A0A4-404D-94B6-A9D4F8C23F72}"/>
              </a:ext>
            </a:extLst>
          </p:cNvPr>
          <p:cNvSpPr txBox="1"/>
          <p:nvPr/>
        </p:nvSpPr>
        <p:spPr>
          <a:xfrm>
            <a:off x="4681752" y="5537050"/>
            <a:ext cx="113175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...</a:t>
            </a:r>
          </a:p>
        </p:txBody>
      </p:sp>
      <p:sp>
        <p:nvSpPr>
          <p:cNvPr id="61" name="Arrow: Up-Down 60">
            <a:extLst>
              <a:ext uri="{FF2B5EF4-FFF2-40B4-BE49-F238E27FC236}">
                <a16:creationId xmlns:a16="http://schemas.microsoft.com/office/drawing/2014/main" id="{50624613-E800-4D5A-B7D6-C30811ECC8A5}"/>
              </a:ext>
            </a:extLst>
          </p:cNvPr>
          <p:cNvSpPr/>
          <p:nvPr/>
        </p:nvSpPr>
        <p:spPr>
          <a:xfrm>
            <a:off x="3639121" y="3386470"/>
            <a:ext cx="351235" cy="2047873"/>
          </a:xfrm>
          <a:prstGeom prst="upDownArrow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3" name="Arrow: Up-Down 62">
            <a:extLst>
              <a:ext uri="{FF2B5EF4-FFF2-40B4-BE49-F238E27FC236}">
                <a16:creationId xmlns:a16="http://schemas.microsoft.com/office/drawing/2014/main" id="{B198651B-1F44-4F1E-B224-25A6F84DA005}"/>
              </a:ext>
            </a:extLst>
          </p:cNvPr>
          <p:cNvSpPr/>
          <p:nvPr/>
        </p:nvSpPr>
        <p:spPr>
          <a:xfrm>
            <a:off x="2561606" y="4523516"/>
            <a:ext cx="369094" cy="928686"/>
          </a:xfrm>
          <a:prstGeom prst="upDownArrow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5" name="Arrow: Up-Down 64">
            <a:extLst>
              <a:ext uri="{FF2B5EF4-FFF2-40B4-BE49-F238E27FC236}">
                <a16:creationId xmlns:a16="http://schemas.microsoft.com/office/drawing/2014/main" id="{C6670CD9-4E70-49A8-8949-21E07B3757EC}"/>
              </a:ext>
            </a:extLst>
          </p:cNvPr>
          <p:cNvSpPr/>
          <p:nvPr/>
        </p:nvSpPr>
        <p:spPr>
          <a:xfrm>
            <a:off x="1073324" y="4523515"/>
            <a:ext cx="378404" cy="986736"/>
          </a:xfrm>
          <a:prstGeom prst="upDownArrow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FEDD17-04E0-42D8-82BE-FF7E935CF4BC}"/>
              </a:ext>
            </a:extLst>
          </p:cNvPr>
          <p:cNvSpPr txBox="1"/>
          <p:nvPr/>
        </p:nvSpPr>
        <p:spPr>
          <a:xfrm rot="16200000">
            <a:off x="2902743" y="4098725"/>
            <a:ext cx="18264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SOAP Web Services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E2FFF2C-B79E-479F-97BE-1D6891AE599A}"/>
              </a:ext>
            </a:extLst>
          </p:cNvPr>
          <p:cNvSpPr txBox="1"/>
          <p:nvPr/>
        </p:nvSpPr>
        <p:spPr>
          <a:xfrm rot="16200000">
            <a:off x="1828957" y="4398022"/>
            <a:ext cx="18264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 </a:t>
            </a:r>
            <a:r>
              <a:rPr lang="en-US" sz="1000" dirty="0" err="1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Svcs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9275F2-71DF-4C63-ACED-65E9902F3074}"/>
              </a:ext>
            </a:extLst>
          </p:cNvPr>
          <p:cNvSpPr txBox="1"/>
          <p:nvPr/>
        </p:nvSpPr>
        <p:spPr>
          <a:xfrm rot="16200000">
            <a:off x="350480" y="4467609"/>
            <a:ext cx="18264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Html / Ajax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C3CAAC-87B9-47EB-94FF-6D0F80834A8A}"/>
              </a:ext>
            </a:extLst>
          </p:cNvPr>
          <p:cNvSpPr txBox="1"/>
          <p:nvPr/>
        </p:nvSpPr>
        <p:spPr>
          <a:xfrm>
            <a:off x="5793330" y="4914899"/>
            <a:ext cx="6180367" cy="12926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solidFill>
              <a:schemeClr val="accent1"/>
            </a:solidFill>
            <a:prstDash val="solid"/>
            <a:extLst>
              <a:ext uri="{C807C97D-BFC1-408E-A445-0C87EB9F89A2}">
                <ask:lineSketchStyleProps xmlns="" xmlns:ask="http://schemas.microsoft.com/office/drawing/2018/sketchyshapes" sd="3499211612">
                  <a:custGeom>
                    <a:avLst/>
                    <a:gdLst>
                      <a:gd name="connsiteX0" fmla="*/ 0 w 5660230"/>
                      <a:gd name="connsiteY0" fmla="*/ 0 h 1384995"/>
                      <a:gd name="connsiteX1" fmla="*/ 572312 w 5660230"/>
                      <a:gd name="connsiteY1" fmla="*/ 0 h 1384995"/>
                      <a:gd name="connsiteX2" fmla="*/ 1088022 w 5660230"/>
                      <a:gd name="connsiteY2" fmla="*/ 0 h 1384995"/>
                      <a:gd name="connsiteX3" fmla="*/ 1603732 w 5660230"/>
                      <a:gd name="connsiteY3" fmla="*/ 0 h 1384995"/>
                      <a:gd name="connsiteX4" fmla="*/ 2062839 w 5660230"/>
                      <a:gd name="connsiteY4" fmla="*/ 0 h 1384995"/>
                      <a:gd name="connsiteX5" fmla="*/ 2521947 w 5660230"/>
                      <a:gd name="connsiteY5" fmla="*/ 0 h 1384995"/>
                      <a:gd name="connsiteX6" fmla="*/ 2981054 w 5660230"/>
                      <a:gd name="connsiteY6" fmla="*/ 0 h 1384995"/>
                      <a:gd name="connsiteX7" fmla="*/ 3666571 w 5660230"/>
                      <a:gd name="connsiteY7" fmla="*/ 0 h 1384995"/>
                      <a:gd name="connsiteX8" fmla="*/ 4125679 w 5660230"/>
                      <a:gd name="connsiteY8" fmla="*/ 0 h 1384995"/>
                      <a:gd name="connsiteX9" fmla="*/ 4641389 w 5660230"/>
                      <a:gd name="connsiteY9" fmla="*/ 0 h 1384995"/>
                      <a:gd name="connsiteX10" fmla="*/ 5660230 w 5660230"/>
                      <a:gd name="connsiteY10" fmla="*/ 0 h 1384995"/>
                      <a:gd name="connsiteX11" fmla="*/ 5660230 w 5660230"/>
                      <a:gd name="connsiteY11" fmla="*/ 720197 h 1384995"/>
                      <a:gd name="connsiteX12" fmla="*/ 5660230 w 5660230"/>
                      <a:gd name="connsiteY12" fmla="*/ 1384995 h 1384995"/>
                      <a:gd name="connsiteX13" fmla="*/ 5031316 w 5660230"/>
                      <a:gd name="connsiteY13" fmla="*/ 1384995 h 1384995"/>
                      <a:gd name="connsiteX14" fmla="*/ 4345799 w 5660230"/>
                      <a:gd name="connsiteY14" fmla="*/ 1384995 h 1384995"/>
                      <a:gd name="connsiteX15" fmla="*/ 3660282 w 5660230"/>
                      <a:gd name="connsiteY15" fmla="*/ 1384995 h 1384995"/>
                      <a:gd name="connsiteX16" fmla="*/ 3087970 w 5660230"/>
                      <a:gd name="connsiteY16" fmla="*/ 1384995 h 1384995"/>
                      <a:gd name="connsiteX17" fmla="*/ 2345851 w 5660230"/>
                      <a:gd name="connsiteY17" fmla="*/ 1384995 h 1384995"/>
                      <a:gd name="connsiteX18" fmla="*/ 1830141 w 5660230"/>
                      <a:gd name="connsiteY18" fmla="*/ 1384995 h 1384995"/>
                      <a:gd name="connsiteX19" fmla="*/ 1257829 w 5660230"/>
                      <a:gd name="connsiteY19" fmla="*/ 1384995 h 1384995"/>
                      <a:gd name="connsiteX20" fmla="*/ 628914 w 5660230"/>
                      <a:gd name="connsiteY20" fmla="*/ 1384995 h 1384995"/>
                      <a:gd name="connsiteX21" fmla="*/ 0 w 5660230"/>
                      <a:gd name="connsiteY21" fmla="*/ 1384995 h 1384995"/>
                      <a:gd name="connsiteX22" fmla="*/ 0 w 5660230"/>
                      <a:gd name="connsiteY22" fmla="*/ 734047 h 1384995"/>
                      <a:gd name="connsiteX23" fmla="*/ 0 w 5660230"/>
                      <a:gd name="connsiteY23" fmla="*/ 0 h 13849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5660230" h="1384995" extrusionOk="0">
                        <a:moveTo>
                          <a:pt x="0" y="0"/>
                        </a:moveTo>
                        <a:cubicBezTo>
                          <a:pt x="155410" y="-14115"/>
                          <a:pt x="347501" y="15557"/>
                          <a:pt x="572312" y="0"/>
                        </a:cubicBezTo>
                        <a:cubicBezTo>
                          <a:pt x="797123" y="-15557"/>
                          <a:pt x="971567" y="-6280"/>
                          <a:pt x="1088022" y="0"/>
                        </a:cubicBezTo>
                        <a:cubicBezTo>
                          <a:pt x="1204477" y="6280"/>
                          <a:pt x="1472087" y="10733"/>
                          <a:pt x="1603732" y="0"/>
                        </a:cubicBezTo>
                        <a:cubicBezTo>
                          <a:pt x="1735377" y="-10733"/>
                          <a:pt x="1928705" y="8446"/>
                          <a:pt x="2062839" y="0"/>
                        </a:cubicBezTo>
                        <a:cubicBezTo>
                          <a:pt x="2196973" y="-8446"/>
                          <a:pt x="2393028" y="6491"/>
                          <a:pt x="2521947" y="0"/>
                        </a:cubicBezTo>
                        <a:cubicBezTo>
                          <a:pt x="2650866" y="-6491"/>
                          <a:pt x="2873013" y="5773"/>
                          <a:pt x="2981054" y="0"/>
                        </a:cubicBezTo>
                        <a:cubicBezTo>
                          <a:pt x="3089095" y="-5773"/>
                          <a:pt x="3330886" y="-26554"/>
                          <a:pt x="3666571" y="0"/>
                        </a:cubicBezTo>
                        <a:cubicBezTo>
                          <a:pt x="4002256" y="26554"/>
                          <a:pt x="3974424" y="-15527"/>
                          <a:pt x="4125679" y="0"/>
                        </a:cubicBezTo>
                        <a:cubicBezTo>
                          <a:pt x="4276934" y="15527"/>
                          <a:pt x="4436319" y="13093"/>
                          <a:pt x="4641389" y="0"/>
                        </a:cubicBezTo>
                        <a:cubicBezTo>
                          <a:pt x="4846459" y="-13093"/>
                          <a:pt x="5369538" y="-39338"/>
                          <a:pt x="5660230" y="0"/>
                        </a:cubicBezTo>
                        <a:cubicBezTo>
                          <a:pt x="5633787" y="344696"/>
                          <a:pt x="5680730" y="364752"/>
                          <a:pt x="5660230" y="720197"/>
                        </a:cubicBezTo>
                        <a:cubicBezTo>
                          <a:pt x="5639730" y="1075642"/>
                          <a:pt x="5675244" y="1192311"/>
                          <a:pt x="5660230" y="1384995"/>
                        </a:cubicBezTo>
                        <a:cubicBezTo>
                          <a:pt x="5398885" y="1416207"/>
                          <a:pt x="5308343" y="1360115"/>
                          <a:pt x="5031316" y="1384995"/>
                        </a:cubicBezTo>
                        <a:cubicBezTo>
                          <a:pt x="4754289" y="1409875"/>
                          <a:pt x="4627285" y="1386034"/>
                          <a:pt x="4345799" y="1384995"/>
                        </a:cubicBezTo>
                        <a:cubicBezTo>
                          <a:pt x="4064313" y="1383956"/>
                          <a:pt x="3985393" y="1379597"/>
                          <a:pt x="3660282" y="1384995"/>
                        </a:cubicBezTo>
                        <a:cubicBezTo>
                          <a:pt x="3335171" y="1390393"/>
                          <a:pt x="3349675" y="1391638"/>
                          <a:pt x="3087970" y="1384995"/>
                        </a:cubicBezTo>
                        <a:cubicBezTo>
                          <a:pt x="2826265" y="1378352"/>
                          <a:pt x="2635502" y="1352341"/>
                          <a:pt x="2345851" y="1384995"/>
                        </a:cubicBezTo>
                        <a:cubicBezTo>
                          <a:pt x="2056200" y="1417649"/>
                          <a:pt x="1950496" y="1404160"/>
                          <a:pt x="1830141" y="1384995"/>
                        </a:cubicBezTo>
                        <a:cubicBezTo>
                          <a:pt x="1709786" y="1365831"/>
                          <a:pt x="1536494" y="1381021"/>
                          <a:pt x="1257829" y="1384995"/>
                        </a:cubicBezTo>
                        <a:cubicBezTo>
                          <a:pt x="979164" y="1388969"/>
                          <a:pt x="848951" y="1401357"/>
                          <a:pt x="628914" y="1384995"/>
                        </a:cubicBezTo>
                        <a:cubicBezTo>
                          <a:pt x="408877" y="1368633"/>
                          <a:pt x="248923" y="1388838"/>
                          <a:pt x="0" y="1384995"/>
                        </a:cubicBezTo>
                        <a:cubicBezTo>
                          <a:pt x="21687" y="1085472"/>
                          <a:pt x="-474" y="896959"/>
                          <a:pt x="0" y="734047"/>
                        </a:cubicBezTo>
                        <a:cubicBezTo>
                          <a:pt x="474" y="571135"/>
                          <a:pt x="19710" y="25586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Users reside inside </a:t>
            </a:r>
            <a:r>
              <a:rPr lang="en-US" sz="1300" i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Accounts</a:t>
            </a:r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AKA </a:t>
            </a:r>
            <a:r>
              <a:rPr lang="en-US" sz="1300" i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Installations</a:t>
            </a:r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Projector rarely moves Accounts from one DB to another, but may...</a:t>
            </a: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Load Balancing</a:t>
            </a: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respond to Data Center Failure</a:t>
            </a:r>
          </a:p>
          <a:p>
            <a:pPr marL="742950" lvl="1" indent="-285750">
              <a:buFont typeface="Arial"/>
              <a:buChar char="•"/>
            </a:pPr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exceptional unplanned maintenance</a:t>
            </a:r>
          </a:p>
          <a:p>
            <a:pPr marL="742950" lvl="1" indent="-285750">
              <a:buFont typeface="Arial"/>
              <a:buChar char="•"/>
            </a:pPr>
            <a:r>
              <a:rPr lang="en-US" sz="1300" i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integration code should anticipate this remote possibility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E1EFFD-C363-421B-9AC4-E6EB941EFE19}"/>
              </a:ext>
            </a:extLst>
          </p:cNvPr>
          <p:cNvSpPr txBox="1"/>
          <p:nvPr/>
        </p:nvSpPr>
        <p:spPr>
          <a:xfrm>
            <a:off x="6342074" y="1640000"/>
            <a:ext cx="1414385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94DB08-9D81-479B-BAB1-14305DA6ED49}"/>
              </a:ext>
            </a:extLst>
          </p:cNvPr>
          <p:cNvSpPr txBox="1"/>
          <p:nvPr/>
        </p:nvSpPr>
        <p:spPr>
          <a:xfrm>
            <a:off x="6334225" y="1912084"/>
            <a:ext cx="1269013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AF6F7B-1B2E-4B9E-8873-71ADAC6E7D09}"/>
              </a:ext>
            </a:extLst>
          </p:cNvPr>
          <p:cNvSpPr txBox="1"/>
          <p:nvPr/>
        </p:nvSpPr>
        <p:spPr>
          <a:xfrm>
            <a:off x="6334225" y="1386327"/>
            <a:ext cx="1491521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 L</a:t>
            </a:r>
          </a:p>
        </p:txBody>
      </p:sp>
    </p:spTree>
    <p:extLst>
      <p:ext uri="{BB962C8B-B14F-4D97-AF65-F5344CB8AC3E}">
        <p14:creationId xmlns:p14="http://schemas.microsoft.com/office/powerpoint/2010/main" val="347601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/>
      <p:bldP spid="33" grpId="0"/>
      <p:bldP spid="35" grpId="0"/>
      <p:bldP spid="37" grpId="0"/>
      <p:bldP spid="45" grpId="0"/>
      <p:bldP spid="47" grpId="0"/>
      <p:bldP spid="49" grpId="0"/>
      <p:bldP spid="59" grpId="0"/>
      <p:bldP spid="61" grpId="0" animBg="1"/>
      <p:bldP spid="63" grpId="0" animBg="1"/>
      <p:bldP spid="65" grpId="0" animBg="1"/>
      <p:bldP spid="67" grpId="0"/>
      <p:bldP spid="69" grpId="0"/>
      <p:bldP spid="71" grpId="0"/>
      <p:bldP spid="72" grpId="0" animBg="1"/>
      <p:bldP spid="70" grpId="0"/>
      <p:bldP spid="73" grpId="0"/>
      <p:bldP spid="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DEEE6A-8A5C-4618-8898-784059C05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Goal: Establish a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Session 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for a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User 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on the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Server 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connected to the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Database 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housing your </a:t>
            </a:r>
            <a:r>
              <a:rPr lang="en-US" b="1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Account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.</a:t>
            </a: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Problem: How do you know what Server (Service &amp; Session Provider) that is?</a:t>
            </a: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 server may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only 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establish a session for a user on an account housed on the connected Database.</a:t>
            </a: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But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every 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server knows where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every 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user and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every 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account are housed.</a:t>
            </a: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The same service, namely 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PwsAuthenticate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, can be used iteratively, against different servers:</a:t>
            </a: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endParaRPr lang="en-US" sz="14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endParaRPr lang="en-US" sz="14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endParaRPr lang="en-US" sz="14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endParaRPr lang="en-US" sz="14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r>
              <a:rPr lang="en-US" dirty="0">
                <a:solidFill>
                  <a:srgbClr val="404040"/>
                </a:solidFill>
                <a:latin typeface="Verdana"/>
                <a:ea typeface="Verdana"/>
                <a:cs typeface="Verdana"/>
              </a:rPr>
              <a:t>Terminate any unneeded sessions with </a:t>
            </a:r>
            <a:r>
              <a:rPr lang="en-US" dirty="0" err="1">
                <a:solidFill>
                  <a:srgbClr val="404040"/>
                </a:solidFill>
                <a:latin typeface="Verdana"/>
                <a:ea typeface="Verdana"/>
                <a:cs typeface="Verdana"/>
              </a:rPr>
              <a:t>PwsUnauthenticate</a:t>
            </a:r>
            <a:r>
              <a:rPr lang="en-US" dirty="0">
                <a:solidFill>
                  <a:srgbClr val="404040"/>
                </a:solidFill>
                <a:latin typeface="Verdana"/>
                <a:ea typeface="Verdana"/>
                <a:cs typeface="Verdana"/>
              </a:rPr>
              <a:t>.</a:t>
            </a: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endParaRPr lang="en-US" sz="14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>
              <a:buClr>
                <a:schemeClr val="bg2"/>
              </a:buClr>
            </a:pPr>
            <a:endParaRPr lang="en-US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59C50-4794-4D3A-B8C2-997F314827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10750151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Verdana"/>
              </a:rPr>
              <a:t>AUTHENTICATION AND SESSION ESTABLISHMENT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AF731DA8-9BB4-407D-A9A2-CF23305E1416}"/>
              </a:ext>
            </a:extLst>
          </p:cNvPr>
          <p:cNvSpPr/>
          <p:nvPr/>
        </p:nvSpPr>
        <p:spPr>
          <a:xfrm>
            <a:off x="3267013" y="2758879"/>
            <a:ext cx="2098969" cy="81799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Invoke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PwsAuthenticate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service against $server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E03402E1-62A1-4BC0-8576-8E019998170E}"/>
              </a:ext>
            </a:extLst>
          </p:cNvPr>
          <p:cNvSpPr/>
          <p:nvPr/>
        </p:nvSpPr>
        <p:spPr>
          <a:xfrm>
            <a:off x="555566" y="2758879"/>
            <a:ext cx="2301301" cy="81799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Assign</a:t>
            </a:r>
          </a:p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secure.projectorpsa.com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to variable $server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EB4F43A0-4AF5-46C2-893D-B65E9ACB17AC}"/>
              </a:ext>
            </a:extLst>
          </p:cNvPr>
          <p:cNvSpPr/>
          <p:nvPr/>
        </p:nvSpPr>
        <p:spPr>
          <a:xfrm>
            <a:off x="5788189" y="2758880"/>
            <a:ext cx="1314870" cy="81798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Error?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A39C759A-4649-4161-84DE-5721EC3A9A55}"/>
              </a:ext>
            </a:extLst>
          </p:cNvPr>
          <p:cNvSpPr/>
          <p:nvPr/>
        </p:nvSpPr>
        <p:spPr>
          <a:xfrm>
            <a:off x="7513202" y="2758880"/>
            <a:ext cx="1692307" cy="81798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Redirect URL?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BBA1C3D7-BA84-469B-9320-68E393A3447D}"/>
              </a:ext>
            </a:extLst>
          </p:cNvPr>
          <p:cNvSpPr/>
          <p:nvPr/>
        </p:nvSpPr>
        <p:spPr>
          <a:xfrm>
            <a:off x="9539794" y="2758879"/>
            <a:ext cx="2159283" cy="114408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Assign the value of property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SessionTicket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variable $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sessionTicket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and use for subsequent services against $server. 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C904AFE0-E364-43A2-811E-F4F65F4959C5}"/>
              </a:ext>
            </a:extLst>
          </p:cNvPr>
          <p:cNvSpPr/>
          <p:nvPr/>
        </p:nvSpPr>
        <p:spPr>
          <a:xfrm>
            <a:off x="7513203" y="4665687"/>
            <a:ext cx="1616446" cy="81799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Assign</a:t>
            </a:r>
          </a:p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Redirect URL to variable $server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3A346ABB-B5FD-4BCE-B559-A835D78DCF2C}"/>
              </a:ext>
            </a:extLst>
          </p:cNvPr>
          <p:cNvSpPr/>
          <p:nvPr/>
        </p:nvSpPr>
        <p:spPr>
          <a:xfrm>
            <a:off x="5740891" y="3864895"/>
            <a:ext cx="1460835" cy="65218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Can't authenticate, handle error.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5FA30C-5BD9-46AB-86DA-1ACECE698522}"/>
              </a:ext>
            </a:extLst>
          </p:cNvPr>
          <p:cNvCxnSpPr/>
          <p:nvPr/>
        </p:nvCxnSpPr>
        <p:spPr>
          <a:xfrm flipV="1">
            <a:off x="2856872" y="3169291"/>
            <a:ext cx="407730" cy="2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1AE57E-4FB0-49BE-822C-E346A9A288BD}"/>
              </a:ext>
            </a:extLst>
          </p:cNvPr>
          <p:cNvCxnSpPr>
            <a:cxnSpLocks/>
          </p:cNvCxnSpPr>
          <p:nvPr/>
        </p:nvCxnSpPr>
        <p:spPr>
          <a:xfrm flipV="1">
            <a:off x="5365985" y="3169290"/>
            <a:ext cx="407730" cy="2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CE210D-B1A2-468D-8CA1-E3EBEE48B93A}"/>
              </a:ext>
            </a:extLst>
          </p:cNvPr>
          <p:cNvCxnSpPr>
            <a:cxnSpLocks/>
          </p:cNvCxnSpPr>
          <p:nvPr/>
        </p:nvCxnSpPr>
        <p:spPr>
          <a:xfrm flipV="1">
            <a:off x="7103063" y="3169290"/>
            <a:ext cx="407730" cy="2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AB42CF-E2C2-4E63-AD4C-6C3A53064AF1}"/>
              </a:ext>
            </a:extLst>
          </p:cNvPr>
          <p:cNvCxnSpPr>
            <a:cxnSpLocks/>
          </p:cNvCxnSpPr>
          <p:nvPr/>
        </p:nvCxnSpPr>
        <p:spPr>
          <a:xfrm flipV="1">
            <a:off x="9129654" y="3169290"/>
            <a:ext cx="407730" cy="2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AC43C9-850D-4CC2-846C-FA9C112B468A}"/>
              </a:ext>
            </a:extLst>
          </p:cNvPr>
          <p:cNvCxnSpPr/>
          <p:nvPr/>
        </p:nvCxnSpPr>
        <p:spPr>
          <a:xfrm flipH="1">
            <a:off x="6443213" y="3597078"/>
            <a:ext cx="2412" cy="263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E1D205-4865-430F-9355-8CA42FA465B7}"/>
              </a:ext>
            </a:extLst>
          </p:cNvPr>
          <p:cNvCxnSpPr/>
          <p:nvPr/>
        </p:nvCxnSpPr>
        <p:spPr>
          <a:xfrm flipH="1">
            <a:off x="8325047" y="3597078"/>
            <a:ext cx="2413" cy="1064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528923-A834-4D45-8247-3921D4024601}"/>
              </a:ext>
            </a:extLst>
          </p:cNvPr>
          <p:cNvCxnSpPr/>
          <p:nvPr/>
        </p:nvCxnSpPr>
        <p:spPr>
          <a:xfrm flipH="1" flipV="1">
            <a:off x="4289961" y="3598183"/>
            <a:ext cx="10857" cy="1464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6DFAD-7F13-4D64-95A3-79E2AA29CEB5}"/>
              </a:ext>
            </a:extLst>
          </p:cNvPr>
          <p:cNvCxnSpPr/>
          <p:nvPr/>
        </p:nvCxnSpPr>
        <p:spPr>
          <a:xfrm>
            <a:off x="4303230" y="5059517"/>
            <a:ext cx="3191879" cy="773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A7A53CC-6CAD-404E-A024-00BA976F4CCB}"/>
              </a:ext>
            </a:extLst>
          </p:cNvPr>
          <p:cNvSpPr txBox="1"/>
          <p:nvPr/>
        </p:nvSpPr>
        <p:spPr>
          <a:xfrm>
            <a:off x="6542571" y="3511965"/>
            <a:ext cx="5742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E551BB-6026-4720-87D7-8E69335B24CE}"/>
              </a:ext>
            </a:extLst>
          </p:cNvPr>
          <p:cNvSpPr txBox="1"/>
          <p:nvPr/>
        </p:nvSpPr>
        <p:spPr>
          <a:xfrm>
            <a:off x="8255083" y="3511965"/>
            <a:ext cx="5742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E72F9E-3F1C-45B0-8A76-A17A4BFFB96A}"/>
              </a:ext>
            </a:extLst>
          </p:cNvPr>
          <p:cNvSpPr txBox="1"/>
          <p:nvPr/>
        </p:nvSpPr>
        <p:spPr>
          <a:xfrm>
            <a:off x="7014412" y="3179083"/>
            <a:ext cx="6628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7823F5-17C6-4AF2-8166-6920402DBD99}"/>
              </a:ext>
            </a:extLst>
          </p:cNvPr>
          <p:cNvSpPr txBox="1"/>
          <p:nvPr/>
        </p:nvSpPr>
        <p:spPr>
          <a:xfrm>
            <a:off x="9030502" y="3305570"/>
            <a:ext cx="5742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</a:t>
            </a:r>
          </a:p>
        </p:txBody>
      </p:sp>
      <p:sp>
        <p:nvSpPr>
          <p:cNvPr id="34" name="Flowchart: Process 33">
            <a:extLst>
              <a:ext uri="{FF2B5EF4-FFF2-40B4-BE49-F238E27FC236}">
                <a16:creationId xmlns:a16="http://schemas.microsoft.com/office/drawing/2014/main" id="{9429D63B-FB15-4ECA-8988-33F2C316B243}"/>
              </a:ext>
            </a:extLst>
          </p:cNvPr>
          <p:cNvSpPr/>
          <p:nvPr/>
        </p:nvSpPr>
        <p:spPr>
          <a:xfrm>
            <a:off x="9539793" y="4229053"/>
            <a:ext cx="2159283" cy="39241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integration workflow</a:t>
            </a:r>
          </a:p>
        </p:txBody>
      </p:sp>
      <p:sp>
        <p:nvSpPr>
          <p:cNvPr id="35" name="Flowchart: Decision 34">
            <a:extLst>
              <a:ext uri="{FF2B5EF4-FFF2-40B4-BE49-F238E27FC236}">
                <a16:creationId xmlns:a16="http://schemas.microsoft.com/office/drawing/2014/main" id="{D35A5230-068C-403E-AA4E-F64A6C7FDF75}"/>
              </a:ext>
            </a:extLst>
          </p:cNvPr>
          <p:cNvSpPr/>
          <p:nvPr/>
        </p:nvSpPr>
        <p:spPr>
          <a:xfrm>
            <a:off x="9425231" y="4981587"/>
            <a:ext cx="2393699" cy="126567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some service fails with invalid session...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C5EA216-A7F0-4BDA-BCCD-D0490E8E9EB6}"/>
              </a:ext>
            </a:extLst>
          </p:cNvPr>
          <p:cNvCxnSpPr>
            <a:cxnSpLocks/>
          </p:cNvCxnSpPr>
          <p:nvPr/>
        </p:nvCxnSpPr>
        <p:spPr>
          <a:xfrm>
            <a:off x="10619437" y="3901061"/>
            <a:ext cx="3618" cy="323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251CF2C-C2E1-45D6-9F42-9F50CB2DBFDE}"/>
              </a:ext>
            </a:extLst>
          </p:cNvPr>
          <p:cNvCxnSpPr>
            <a:cxnSpLocks/>
          </p:cNvCxnSpPr>
          <p:nvPr/>
        </p:nvCxnSpPr>
        <p:spPr>
          <a:xfrm>
            <a:off x="10619438" y="4647202"/>
            <a:ext cx="3618" cy="32388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16A0B6F-66C6-42CF-902A-7CBAB98ABFDF}"/>
              </a:ext>
            </a:extLst>
          </p:cNvPr>
          <p:cNvCxnSpPr>
            <a:cxnSpLocks/>
          </p:cNvCxnSpPr>
          <p:nvPr/>
        </p:nvCxnSpPr>
        <p:spPr>
          <a:xfrm>
            <a:off x="3850866" y="5601161"/>
            <a:ext cx="5670834" cy="13263"/>
          </a:xfrm>
          <a:prstGeom prst="straightConnector1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5B9F6BB-E394-421F-BBD6-E547957D5622}"/>
              </a:ext>
            </a:extLst>
          </p:cNvPr>
          <p:cNvCxnSpPr>
            <a:cxnSpLocks/>
          </p:cNvCxnSpPr>
          <p:nvPr/>
        </p:nvCxnSpPr>
        <p:spPr>
          <a:xfrm flipH="1" flipV="1">
            <a:off x="3837597" y="3603711"/>
            <a:ext cx="10857" cy="199523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37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animBg="1"/>
      <p:bldP spid="7" grpId="0" animBg="1"/>
      <p:bldP spid="9" grpId="0" animBg="1"/>
      <p:bldP spid="11" grpId="0" animBg="1"/>
      <p:bldP spid="12" grpId="0" animBg="1"/>
      <p:bldP spid="13" grpId="0" animBg="1"/>
      <p:bldP spid="5" grpId="0" animBg="1"/>
      <p:bldP spid="25" grpId="0"/>
      <p:bldP spid="26" grpId="0"/>
      <p:bldP spid="27" grpId="0"/>
      <p:bldP spid="29" grpId="0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4F3CCE-8DA6-4726-89B7-7ACDA1EC99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If your integration is long-running and/or unattended</a:t>
            </a:r>
            <a:endParaRPr lang="en-US" dirty="0">
              <a:solidFill>
                <a:schemeClr val="accent1"/>
              </a:solidFill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Consider using a single session with re-establishment on error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Must anticipate session termination at any time (will be rare)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Consider intentionally terminating session at "reasonable" times, based on security needs.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Note that permissions are granted when session is established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If your integration is transactional and/or batch and/or needs to run under auspices of different users</a:t>
            </a:r>
            <a:endParaRPr lang="en-US" dirty="0">
              <a:solidFill>
                <a:schemeClr val="accent1"/>
              </a:solidFill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Consider establishing session, and using for entire transaction or batch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Then terminate the session intentionally.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Projector limits will be tightened over coming months, please anticipate and adjust accordingly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Maximum number of active (established and unterminated) sessions per user</a:t>
            </a: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Maximum number of sessions that may be established per day per user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Arial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Maximum lifetime of sessions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,Sans-Serif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Poor practices include</a:t>
            </a:r>
          </a:p>
          <a:p>
            <a:pPr marL="894715" lvl="1" indent="-285750">
              <a:buClr>
                <a:schemeClr val="bg2"/>
              </a:buClr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Unnecessarily creating a new session for each web service call.</a:t>
            </a:r>
          </a:p>
          <a:p>
            <a:pPr marL="894715" lvl="1" indent="-285750">
              <a:buClr>
                <a:schemeClr val="bg2"/>
              </a:buClr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Not terminating sessions when you are done with them.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89471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1180465" lvl="1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76DF-63B3-445C-A094-A790717276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7252929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Verdana"/>
              </a:rPr>
              <a:t>SESSION PRACTICES AND LIMITS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30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F2FD79-E172-41FE-ACA1-912E7D0C72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First off, these services are used in various contexts:</a:t>
            </a:r>
            <a:endParaRPr lang="en-US" dirty="0">
              <a:solidFill>
                <a:schemeClr val="accent1"/>
              </a:solidFill>
            </a:endParaRP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Workflow emails generated by reporting service</a:t>
            </a: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Advanced Analytics Module 3rd-Party dashboards</a:t>
            </a: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Other 3rd-Party dashboarding systems</a:t>
            </a: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Custom Integrations – this is where you have control and responsibility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When you have control, inside your own custom integration</a:t>
            </a: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Probably you will use the parameter "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OnFail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" and set it to "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HttpStatusCode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"</a:t>
            </a: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Best practice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in this case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is to set the "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SessionTicket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" parameter to a valid session ticket</a:t>
            </a: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Since results are not real time, consider carefully whether this is the correct API for you.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Arial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Arial"/>
              </a:rPr>
              <a:t>Because XML is so inefficient for tabular data and drives up payload sizes, consider other formats.</a:t>
            </a: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Arial"/>
              </a:rPr>
              <a:t>Avoid making duplicate identical requests in succession.  Cache your own responses.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Arial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Arial"/>
            </a:endParaRPr>
          </a:p>
          <a:p>
            <a:pPr marL="285750" indent="-285750">
              <a:buClr>
                <a:schemeClr val="bg2"/>
              </a:buClr>
              <a:buFont typeface="Arial,Sans-Serif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Some Projector limits are likely to be tightened in the coming months</a:t>
            </a:r>
            <a:endParaRPr lang="en-US" dirty="0">
              <a:solidFill>
                <a:schemeClr val="accent1"/>
              </a:solidFill>
              <a:latin typeface="Verdana"/>
              <a:ea typeface="Verdana"/>
              <a:cs typeface="Arial"/>
            </a:endParaRP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Throttling to deter duplicate identical report requests and/or throughput</a:t>
            </a:r>
          </a:p>
          <a:p>
            <a:pPr marL="894715" lvl="1" indent="-285750">
              <a:buClr>
                <a:schemeClr val="bg2"/>
              </a:buClr>
              <a:buFont typeface="Arial,Sans-Serif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Denial of service to deter duplicate identical report requests</a:t>
            </a: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endParaRPr lang="en-US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endParaRPr lang="en-US" dirty="0">
              <a:solidFill>
                <a:srgbClr val="40404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9F746-2E30-420C-A917-FCAE90EDE0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9322360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Verdana"/>
              </a:rPr>
              <a:t>RESTful REPORTING PRACTICES AND LIMITS</a:t>
            </a:r>
          </a:p>
        </p:txBody>
      </p:sp>
    </p:spTree>
    <p:extLst>
      <p:ext uri="{BB962C8B-B14F-4D97-AF65-F5344CB8AC3E}">
        <p14:creationId xmlns:p14="http://schemas.microsoft.com/office/powerpoint/2010/main" val="45807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1B6BEB-0632-4FED-894A-052748DCB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Projector is a multi-tenant shared resource.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Must ensure that no single user or account consume unreasonable share of resources.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Services are ideally invoked synchronously and in a single thread.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Throttling is when we will successively reduce responsiveness to those overusing Service Resources.</a:t>
            </a: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Service invocations slow down for those who have been overusing, until their code backs off.</a:t>
            </a:r>
          </a:p>
          <a:p>
            <a:pPr marL="894715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Service responses may include warning messages indicating that throttling is in play.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Denial is when we simply ignore the service request and respond with an error.</a:t>
            </a:r>
            <a:b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The automated thresholds for engaging these tactics for the health of our servers will likely be somewhat tightened in the coming weeks and months</a:t>
            </a:r>
            <a:r>
              <a:rPr lang="en-US" dirty="0">
                <a:latin typeface="Verdana"/>
                <a:ea typeface="Verdana"/>
                <a:cs typeface="Verdana"/>
              </a:rPr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D21E6-530C-4B6F-AAD8-33692EFC22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10833495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Verdana"/>
              </a:rPr>
              <a:t>SERVICE THROTTLING AND DENIAL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74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1B6BEB-0632-4FED-894A-052748DCB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RESTful Reporting:</a:t>
            </a: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Interactive browser mode assumed by default, with 200 OK as HTTP response code and an HTML Page with error handling as content.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Specify 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OnFail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=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HttpStatusCode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to have errors generated as appropriate HTTP Status Codes and error messages.  Html may still be in the content, but should be ignored in most cases.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Legacy SOAP Services:</a:t>
            </a: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Response includes “Result” property, which is one of “OK”, “Fail”, or “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PartialFail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”.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Response includes “Errors” property, which is an array of errors each of which has: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Severity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(One of “Informational”, “Warning”, or “Error”)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Code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</a:t>
            </a:r>
            <a:r>
              <a:rPr lang="en-US" sz="1600" i="1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ie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“</a:t>
            </a:r>
            <a:r>
              <a:rPr lang="en-US" sz="1600" i="1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AuthenticationError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” – suitable for branching your code logic)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Message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(Text intended to be OK for end-user consumption)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DbErrorCode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(If error arose in our database, will have the integer database error code here)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State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(If error arose in our database, will have the “state” value of the error here)</a:t>
            </a:r>
            <a:endParaRPr lang="en-US" sz="1600" i="1" dirty="0">
              <a:latin typeface="Verdana"/>
              <a:ea typeface="Verdana"/>
              <a:cs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D21E6-530C-4B6F-AAD8-33692EFC22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11342687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Verdana"/>
              </a:rPr>
              <a:t>HANDLING ERRORS – RESTFUL AND LEGACY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5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1B6BEB-0632-4FED-894A-052748DCB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 SOAP Services:</a:t>
            </a: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When service succeeds, HTTP Status Code is always 200 OK.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Response includes a “Status” property which will be “OK” or “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OKWithWarnings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”.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Response also includes a “Messages” property, an array of structured informational or warning messages.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When service fails, HTTP Status Code is 500 Internal Server Error.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Soap fault of type </a:t>
            </a: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PwsFault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is generated.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Contains a “Messages” property, an array which will have at least one error message and may have more error, warning, or informational messages.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Will also contain information about locks that may have caused the error.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The individual elements of the Messages array in either case are structured with:</a:t>
            </a:r>
            <a:endParaRPr lang="en-US" sz="1600" dirty="0">
              <a:latin typeface="Verdana"/>
              <a:ea typeface="Verdana"/>
              <a:cs typeface="Verdana"/>
            </a:endParaRP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Type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(“Information”, “Warning”, or “Error”)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ErrorNumber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(Uniquely identifies the cause of the message – suitable for code branch)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ErrorCode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(A mnemonic string that correlates to the </a:t>
            </a:r>
            <a:r>
              <a:rPr lang="en-US" sz="1600" i="1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ErrorNumber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, if you prefer this)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ErrorText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(A friendly error message often suitable for display to end user, if relevant)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AdditionalErrorText</a:t>
            </a:r>
            <a: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600" i="1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(A less friendly informational text, this may or may not be present)</a:t>
            </a:r>
          </a:p>
          <a:p>
            <a:pPr marL="1504736" lvl="2" indent="-285750">
              <a:buClr>
                <a:schemeClr val="bg2"/>
              </a:buClr>
              <a:buFont typeface="Arial"/>
              <a:buChar char="•"/>
            </a:pP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D21E6-530C-4B6F-AAD8-33692EFC22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11342687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  <a:cs typeface="Verdana"/>
              </a:rPr>
              <a:t>HANDLING ERRORS – PWS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42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1B6BEB-0632-4FED-894A-052748DCB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PwsService</a:t>
            </a: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– CRUD pattern</a:t>
            </a: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PwsGetXxxxxxList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PwsGetXxxxxx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PwsSaveXxxxxx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PwsDeleteXxxxxx</a:t>
            </a:r>
            <a:br>
              <a:rPr lang="en-US" sz="16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Modified – CRUD pattern for child elements</a:t>
            </a: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PwsGetXxx</a:t>
            </a:r>
            <a:r>
              <a:rPr lang="en-US" sz="1600" i="1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Parent</a:t>
            </a:r>
            <a:endParaRPr lang="en-US" sz="1600" i="1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PwsSaveXxx</a:t>
            </a:r>
            <a:endParaRPr lang="en-US" sz="16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895244" lvl="1" indent="-285750">
              <a:buClr>
                <a:schemeClr val="bg2"/>
              </a:buClr>
              <a:buFont typeface="Arial"/>
              <a:buChar char="•"/>
            </a:pPr>
            <a:r>
              <a:rPr lang="en-US" sz="1600" dirty="0" err="1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PwsDeleteXxx</a:t>
            </a:r>
            <a:br>
              <a:rPr lang="en-US" sz="1400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</a:br>
            <a:endParaRPr lang="en-US" sz="1400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  <a:p>
            <a:pPr marL="285750" indent="-285750">
              <a:buClr>
                <a:schemeClr val="bg2"/>
              </a:buClr>
              <a:buFont typeface="Arial"/>
              <a:buChar char="•"/>
            </a:pPr>
            <a:r>
              <a:rPr lang="en-US" dirty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Don’t forget to terminate sessions!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D21E6-530C-4B6F-AAD8-33692EFC22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66" y="150150"/>
            <a:ext cx="10833495" cy="579438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Verdana"/>
                <a:ea typeface="Verdana"/>
              </a:rPr>
              <a:t>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9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D21E6-530C-4B6F-AAD8-33692EFC22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41" y="3425825"/>
            <a:ext cx="6877318" cy="971550"/>
          </a:xfrm>
        </p:spPr>
        <p:txBody>
          <a:bodyPr lIns="91440" tIns="45720" rIns="91440" bIns="45720" anchor="t"/>
          <a:lstStyle/>
          <a:p>
            <a:pPr algn="ctr"/>
            <a:r>
              <a:rPr lang="en-US" dirty="0">
                <a:latin typeface="Verdana"/>
                <a:ea typeface="Verdana"/>
                <a:cs typeface="Verdana"/>
              </a:rPr>
              <a:t>QUESTIONS</a:t>
            </a:r>
            <a:br>
              <a:rPr lang="en-US" dirty="0">
                <a:latin typeface="Verdana"/>
                <a:ea typeface="Verdana"/>
                <a:cs typeface="Verdana"/>
              </a:rPr>
            </a:br>
            <a:r>
              <a:rPr lang="en-US" dirty="0">
                <a:latin typeface="Verdana"/>
                <a:ea typeface="Verdana"/>
                <a:cs typeface="Verdana"/>
              </a:rPr>
              <a:t>&amp;</a:t>
            </a:r>
          </a:p>
          <a:p>
            <a:pPr algn="ctr"/>
            <a:r>
              <a:rPr lang="en-US" dirty="0">
                <a:latin typeface="Verdana"/>
                <a:ea typeface="Verdana"/>
              </a:rPr>
              <a:t>ADDITIONAL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999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D21E6-530C-4B6F-AAD8-33692EFC22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171371"/>
            <a:ext cx="12192000" cy="1226004"/>
          </a:xfrm>
        </p:spPr>
        <p:txBody>
          <a:bodyPr lIns="91440" tIns="45720" rIns="91440" bIns="45720" anchor="t"/>
          <a:lstStyle/>
          <a:p>
            <a:pPr algn="ctr"/>
            <a:r>
              <a:rPr lang="en-US" i="1" dirty="0"/>
              <a:t>SUMMARY OF KEY BEST PRACTICES</a:t>
            </a:r>
          </a:p>
          <a:p>
            <a:pPr algn="ctr"/>
            <a:endParaRPr lang="en-US" sz="1800" dirty="0"/>
          </a:p>
          <a:p>
            <a:pPr algn="ctr"/>
            <a:r>
              <a:rPr lang="en-US" sz="1800" dirty="0"/>
              <a:t>Use PWS (v 2) services whenever possible.</a:t>
            </a:r>
          </a:p>
          <a:p>
            <a:pPr algn="ctr"/>
            <a:r>
              <a:rPr lang="en-US" sz="1800" dirty="0"/>
              <a:t>Use session-based authentication whenever possible.</a:t>
            </a:r>
          </a:p>
          <a:p>
            <a:pPr algn="ctr"/>
            <a:r>
              <a:rPr lang="en-US" sz="1800" dirty="0"/>
              <a:t>Don’t create sessions unnecessarily.</a:t>
            </a:r>
          </a:p>
          <a:p>
            <a:pPr algn="ctr"/>
            <a:r>
              <a:rPr lang="en-US" sz="1800" dirty="0"/>
              <a:t>Anticipate potential of session termination at any time.</a:t>
            </a:r>
          </a:p>
          <a:p>
            <a:pPr algn="ctr"/>
            <a:r>
              <a:rPr lang="en-US" sz="1800" dirty="0"/>
              <a:t>Always terminate sessions when no longer needed.</a:t>
            </a:r>
          </a:p>
          <a:p>
            <a:pPr algn="ctr"/>
            <a:r>
              <a:rPr lang="en-US" sz="1800" dirty="0"/>
              <a:t>Cache responses of RESTful Report Service invocations.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1729EB8-1470-4F25-AD38-67C159CF343A}"/>
              </a:ext>
            </a:extLst>
          </p:cNvPr>
          <p:cNvSpPr txBox="1">
            <a:spLocks/>
          </p:cNvSpPr>
          <p:nvPr/>
        </p:nvSpPr>
        <p:spPr>
          <a:xfrm>
            <a:off x="0" y="1364797"/>
            <a:ext cx="12192000" cy="9715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1218987" rtl="0" eaLnBrk="1" latinLnBrk="0" hangingPunct="1">
              <a:spcBef>
                <a:spcPct val="20000"/>
              </a:spcBef>
              <a:buFontTx/>
              <a:buNone/>
              <a:defRPr sz="2800" b="1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494" marR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18986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480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7973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WRAP-UP</a:t>
            </a:r>
          </a:p>
        </p:txBody>
      </p:sp>
    </p:spTree>
    <p:extLst>
      <p:ext uri="{BB962C8B-B14F-4D97-AF65-F5344CB8AC3E}">
        <p14:creationId xmlns:p14="http://schemas.microsoft.com/office/powerpoint/2010/main" val="33981746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6">
      <a:dk1>
        <a:srgbClr val="000000"/>
      </a:dk1>
      <a:lt1>
        <a:srgbClr val="FFFFFF"/>
      </a:lt1>
      <a:dk2>
        <a:srgbClr val="413861"/>
      </a:dk2>
      <a:lt2>
        <a:srgbClr val="EEA73C"/>
      </a:lt2>
      <a:accent1>
        <a:srgbClr val="565565"/>
      </a:accent1>
      <a:accent2>
        <a:srgbClr val="85839A"/>
      </a:accent2>
      <a:accent3>
        <a:srgbClr val="EEA73C"/>
      </a:accent3>
      <a:accent4>
        <a:srgbClr val="413861"/>
      </a:accent4>
      <a:accent5>
        <a:srgbClr val="EEA73C"/>
      </a:accent5>
      <a:accent6>
        <a:srgbClr val="85839A"/>
      </a:accent6>
      <a:hlink>
        <a:srgbClr val="5B6871"/>
      </a:hlink>
      <a:folHlink>
        <a:srgbClr val="3737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7D7143A1-E305-9845-AC4E-05D2C0363221}" vid="{225DA1B5-1154-D746-AC42-A8E1386BFF07}"/>
    </a:ext>
  </a:extLst>
</a:theme>
</file>

<file path=ppt/theme/theme2.xml><?xml version="1.0" encoding="utf-8"?>
<a:theme xmlns:a="http://schemas.openxmlformats.org/drawingml/2006/main" name="1_Custom Design">
  <a:themeElements>
    <a:clrScheme name="Custom 11">
      <a:dk1>
        <a:srgbClr val="000000"/>
      </a:dk1>
      <a:lt1>
        <a:srgbClr val="FFFFFF"/>
      </a:lt1>
      <a:dk2>
        <a:srgbClr val="413861"/>
      </a:dk2>
      <a:lt2>
        <a:srgbClr val="EEA73C"/>
      </a:lt2>
      <a:accent1>
        <a:srgbClr val="565565"/>
      </a:accent1>
      <a:accent2>
        <a:srgbClr val="85839A"/>
      </a:accent2>
      <a:accent3>
        <a:srgbClr val="EEA73C"/>
      </a:accent3>
      <a:accent4>
        <a:srgbClr val="413861"/>
      </a:accent4>
      <a:accent5>
        <a:srgbClr val="EEA73C"/>
      </a:accent5>
      <a:accent6>
        <a:srgbClr val="85839A"/>
      </a:accent6>
      <a:hlink>
        <a:srgbClr val="5B6871"/>
      </a:hlink>
      <a:folHlink>
        <a:srgbClr val="37373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7D7143A1-E305-9845-AC4E-05D2C0363221}" vid="{F4F166BD-2777-F643-B5C9-7231A2AF6A94}"/>
    </a:ext>
  </a:extLst>
</a:theme>
</file>

<file path=ppt/theme/theme3.xml><?xml version="1.0" encoding="utf-8"?>
<a:theme xmlns:a="http://schemas.openxmlformats.org/drawingml/2006/main" name="Custom Design">
  <a:themeElements>
    <a:clrScheme name="Custom 10">
      <a:dk1>
        <a:srgbClr val="000000"/>
      </a:dk1>
      <a:lt1>
        <a:srgbClr val="FFFFFF"/>
      </a:lt1>
      <a:dk2>
        <a:srgbClr val="413861"/>
      </a:dk2>
      <a:lt2>
        <a:srgbClr val="EEA73C"/>
      </a:lt2>
      <a:accent1>
        <a:srgbClr val="565565"/>
      </a:accent1>
      <a:accent2>
        <a:srgbClr val="85839A"/>
      </a:accent2>
      <a:accent3>
        <a:srgbClr val="565565"/>
      </a:accent3>
      <a:accent4>
        <a:srgbClr val="413861"/>
      </a:accent4>
      <a:accent5>
        <a:srgbClr val="EEA73C"/>
      </a:accent5>
      <a:accent6>
        <a:srgbClr val="85839A"/>
      </a:accent6>
      <a:hlink>
        <a:srgbClr val="5B6871"/>
      </a:hlink>
      <a:folHlink>
        <a:srgbClr val="37373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7D7143A1-E305-9845-AC4E-05D2C0363221}" vid="{4E8E0E2A-167E-4348-BB35-578FD51C1E21}"/>
    </a:ext>
  </a:extLst>
</a:theme>
</file>

<file path=ppt/theme/theme4.xml><?xml version="1.0" encoding="utf-8"?>
<a:theme xmlns:a="http://schemas.openxmlformats.org/drawingml/2006/main" name="2_Custom Design">
  <a:themeElements>
    <a:clrScheme name="Custom 16">
      <a:dk1>
        <a:srgbClr val="000000"/>
      </a:dk1>
      <a:lt1>
        <a:srgbClr val="FFFFFF"/>
      </a:lt1>
      <a:dk2>
        <a:srgbClr val="413861"/>
      </a:dk2>
      <a:lt2>
        <a:srgbClr val="EEA73C"/>
      </a:lt2>
      <a:accent1>
        <a:srgbClr val="565565"/>
      </a:accent1>
      <a:accent2>
        <a:srgbClr val="85839A"/>
      </a:accent2>
      <a:accent3>
        <a:srgbClr val="EEA73C"/>
      </a:accent3>
      <a:accent4>
        <a:srgbClr val="413861"/>
      </a:accent4>
      <a:accent5>
        <a:srgbClr val="EEA73C"/>
      </a:accent5>
      <a:accent6>
        <a:srgbClr val="85839A"/>
      </a:accent6>
      <a:hlink>
        <a:srgbClr val="5B6871"/>
      </a:hlink>
      <a:folHlink>
        <a:srgbClr val="37373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7D7143A1-E305-9845-AC4E-05D2C0363221}" vid="{3A7DD5AF-3C90-3B46-9E23-9A2137785EC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3621</TotalTime>
  <Words>1867</Words>
  <Application>Microsoft Office PowerPoint</Application>
  <PresentationFormat>Widescreen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Arial,Sans-Serif</vt:lpstr>
      <vt:lpstr>Calibri</vt:lpstr>
      <vt:lpstr>Calibri Light</vt:lpstr>
      <vt:lpstr>Verdana</vt:lpstr>
      <vt:lpstr>1_Office Theme</vt:lpstr>
      <vt:lpstr>1_Custom Design</vt:lpstr>
      <vt:lpstr>Custom Design</vt:lpstr>
      <vt:lpstr>2_Custom Design</vt:lpstr>
      <vt:lpstr>PROJECTOR WEB SERVICES Introduction, Models, Patterns, and Best Practices  OCTOBER 22ND, 2020 - Stephan Golux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Shivam Singhal</dc:creator>
  <cp:lastModifiedBy>Shivam Singhal</cp:lastModifiedBy>
  <cp:revision>3376</cp:revision>
  <dcterms:created xsi:type="dcterms:W3CDTF">2013-07-15T20:26:40Z</dcterms:created>
  <dcterms:modified xsi:type="dcterms:W3CDTF">2020-10-22T21:45:52Z</dcterms:modified>
</cp:coreProperties>
</file>